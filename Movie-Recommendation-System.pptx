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6.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7.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8.xml" ContentType="application/vnd.openxmlformats-officedocument.presentationml.notesSlide+xml"/>
  <Override PartName="/ppt/ink/ink32.xml" ContentType="application/inkml+xml"/>
  <Override PartName="/ppt/notesSlides/notesSlide9.xml" ContentType="application/vnd.openxmlformats-officedocument.presentationml.notesSlide+xml"/>
  <Override PartName="/ppt/ink/ink33.xml" ContentType="application/inkml+xml"/>
  <Override PartName="/ppt/notesSlides/notesSlide10.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ink/ink37.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ter"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0" d="100"/>
          <a:sy n="60" d="100"/>
        </p:scale>
        <p:origin x="66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thrija Tellakula" userId="79f3851b3cec4488" providerId="LiveId" clId="{C4377543-E01F-47E6-B5A9-0EB115335947}"/>
    <pc:docChg chg="modSld">
      <pc:chgData name="Dathrija Tellakula" userId="79f3851b3cec4488" providerId="LiveId" clId="{C4377543-E01F-47E6-B5A9-0EB115335947}" dt="2026-06-22T06:28:00.953" v="170" actId="20577"/>
      <pc:docMkLst>
        <pc:docMk/>
      </pc:docMkLst>
      <pc:sldChg chg="modSp mod">
        <pc:chgData name="Dathrija Tellakula" userId="79f3851b3cec4488" providerId="LiveId" clId="{C4377543-E01F-47E6-B5A9-0EB115335947}" dt="2026-06-22T06:28:00.953" v="170" actId="20577"/>
        <pc:sldMkLst>
          <pc:docMk/>
          <pc:sldMk cId="0" sldId="256"/>
        </pc:sldMkLst>
        <pc:spChg chg="mod">
          <ac:chgData name="Dathrija Tellakula" userId="79f3851b3cec4488" providerId="LiveId" clId="{C4377543-E01F-47E6-B5A9-0EB115335947}" dt="2026-06-22T06:28:00.953" v="170" actId="20577"/>
          <ac:spMkLst>
            <pc:docMk/>
            <pc:sldMk cId="0" sldId="256"/>
            <ac:spMk id="4"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5:24.768"/>
    </inkml:context>
    <inkml:brush xml:id="br0">
      <inkml:brushProperty name="width" value="0.35" units="cm"/>
      <inkml:brushProperty name="height" value="0.35" units="cm"/>
      <inkml:brushProperty name="color" value="#FFFFFF"/>
    </inkml:brush>
  </inkml:definitions>
  <inkml:trace contextRef="#ctx0" brushRef="#br0">448 236 24575,'-93'-1'0,"-105"3"0,191-1 0,0 0 0,1 1 0,-1 0 0,1 0 0,-1 0 0,1 1 0,0 0 0,0 0 0,0 1 0,0-1 0,1 1 0,0 0 0,-1 1 0,1-1 0,1 1 0,-1 0 0,1 1 0,0-1 0,0 1 0,0-1 0,1 1 0,0 0 0,0 1 0,-2 7 0,-1 3 0,1-1 0,0 1 0,2 0 0,0 0 0,1 0 0,0 1 0,1-1 0,3 25 0,-2-37 0,1 0 0,0 0 0,0 1 0,0-1 0,1 0 0,0 0 0,0 0 0,0 0 0,1 0 0,-1-1 0,1 1 0,0-1 0,0 0 0,1 1 0,4 3 0,-2-3 0,0 0 0,1 0 0,-1-1 0,1 0 0,0-1 0,0 1 0,1-1 0,-1 0 0,11 2 0,12 0 0,0 0 0,1-2 0,-1-2 0,38-2 0,-52 1 0,16 0 0,1-2 0,-1-1 0,0-1 0,0-2 0,-1-1 0,35-13 0,-63 18 0,1 1 0,-1-1 0,1 0 0,-1 0 0,0 0 0,0-1 0,0 1 0,0-1 0,0 0 0,-1 1 0,1-1 0,-1 0 0,4-6 0,-6 8 0,1 0 0,0-1 0,-1 1 0,0 0 0,1 0 0,-1-1 0,0 1 0,1 0 0,-1-1 0,0 1 0,0 0 0,0-1 0,0 1 0,0 0 0,-1 0 0,1-1 0,0 1 0,-1 0 0,1-1 0,-1 1 0,1 0 0,-1 0 0,1 0 0,-1-1 0,0 1 0,0 0 0,1 0 0,-1 0 0,0 0 0,0 0 0,0 0 0,0 1 0,0-1 0,0 0 0,-1 0 0,1 1 0,0-1 0,0 1 0,0-1 0,-1 1 0,-1-1 0,-1-1 0,1 1 0,0 0 0,-1-1 0,1 2 0,-1-1 0,1 0 0,-1 0 0,1 1 0,-1 0 0,1 0 0,-1 0 0,0 0 0,1 1 0,-1-1 0,1 1 0,-1 0 0,1 0 0,-1 0 0,1 0 0,0 1 0,-1-1 0,1 1 0,0 0 0,0 0 0,0 0 0,-3 4 0,2-1 0,0 0 0,0 0 0,1 0 0,-1 0 0,1 1 0,0 0 0,1-1 0,0 1 0,0 0 0,0 0 0,0 0 0,1 1 0,0-1 0,0 8 0,1 151 0,2-75 0,-2-85 0,0 0 0,0-1 0,0 1 0,1 0 0,0 0 0,0 0 0,0-1 0,0 1 0,1-1 0,0 1 0,0-1 0,0 1 0,0-1 0,1 0 0,3 5 0,-2-6 0,-1 0 0,1 0 0,0-1 0,0 1 0,0-1 0,0 0 0,0 0 0,1 0 0,-1-1 0,0 1 0,1-1 0,0 0 0,-1 0 0,1-1 0,9 1 0,8-1 0,1 0 0,-1-1 0,1-2 0,-1 0 0,34-10 0,-20 2 0,-1-2 0,51-27 0,-66 32 0,0 1 0,1 0 0,0 2 0,40-6 0,-27 5 0,9-1 0,-26 5 0,-1 0 0,1-1 0,-1-1 0,0-1 0,0 0 0,0-2 0,21-10 0,-30 13 0,0-1 0,-1 1 0,1-1 0,-1 0 0,0-1 0,-1 1 0,1-1 0,-1 0 0,0-1 0,-1 1 0,0-1 0,0 0 0,0 0 0,-1 0 0,1 0 0,-2-1 0,1 0 0,-1 1 0,-1-1 0,1 0 0,-1 0 0,0 0 0,-1-13 0,1-17 0,1-1 0,-2-1 0,-10-76 0,8 107 0,0 1 0,0 0 0,-1 0 0,0 0 0,-1 0 0,0 1 0,0-1 0,0 1 0,-1 0 0,0 0 0,0 0 0,-1 1 0,0 0 0,0 0 0,0 0 0,-1 1 0,0 0 0,0 0 0,0 1 0,-1 0 0,1 0 0,-1 1 0,0 0 0,0 0 0,-9-1 0,-11-4 0,1 2 0,-1 1 0,0 1 0,0 2 0,-44 1 0,69 1 0,0 1 0,0-1 0,0 1 0,0-1 0,0 1 0,0 0 0,1 0 0,-1 0 0,0 1 0,1-1 0,-1 1 0,1-1 0,-1 1 0,1 0 0,0 0 0,-4 4 0,2 0 0,0-1 0,1 2 0,-1-1 0,1 0 0,-3 9 0,-7 16 0,11-28 0,0 0 0,0-1 0,0 1 0,0 0 0,-1-1 0,1 0 0,-1 0 0,0 1 0,1-1 0,-1-1 0,0 1 0,0 0 0,0-1 0,0 0 0,-1 1 0,1-1 0,0 0 0,-1-1 0,1 1 0,0-1 0,-1 1 0,1-1 0,0 0 0,-1 0 0,1 0 0,-1-1 0,-4-1 0,-3 0 0,1 0 0,-1-1 0,1 0 0,0-1 0,1 0 0,-1-1 0,-14-9 0,6 2 0,2 2 0,0-1 0,-15-13 0,28 21 0,0 0 0,0 1 0,1-1 0,-1 0 0,1 0 0,-1-1 0,1 1 0,0 0 0,0-1 0,1 1 0,-1-1 0,1 0 0,0 0 0,-1 1 0,2-1 0,-2-4 0,2 6 0,0 0 0,0 0 0,1 0 0,-1 0 0,0 0 0,1 0 0,-1 0 0,1 1 0,0-1 0,-1 0 0,1 0 0,0 1 0,0-1 0,0 0 0,0 1 0,1-1 0,-1 1 0,0 0 0,2-2 0,1 0 0,-1 1 0,1 0 0,-1-1 0,1 2 0,0-1 0,0 0 0,0 1 0,6-2 0,-2 1 0,0 1 0,0-1 0,1 2 0,-1-1 0,0 1 0,0 1 0,0-1 0,14 4 0,-13-1 0,0 0 0,0 1 0,-1 0 0,1 0 0,-1 1 0,0 0 0,0 0 0,-1 1 0,0 0 0,11 12 0,-6-4 0,0 1 0,-1 1 0,-1 0 0,10 21 0,2 0 0,43 57 0,-8-13 0,-18-19 0,50 104 0,-79-146 0,0 0 0,2-1 0,0-1 0,1 0 0,1-1 0,1 0 0,16 15 0,-26-29 0,0 1 0,0-1 0,0 0 0,0 0 0,1-1 0,-1 0 0,1 0 0,6 2 0,-8-3 0,-1 0 0,1 0 0,0 0 0,0 0 0,0 1 0,-1 0 0,1 0 0,-1 0 0,0 0 0,1 0 0,-1 1 0,0-1 0,0 1 0,0 0 0,-1 0 0,1 0 0,-1 0 0,0 1 0,4 5 0,-5-7 0,0 0 0,0 0 0,0 0 0,0 0 0,-1 1 0,1-1 0,0 0 0,-1 0 0,0 0 0,0 1 0,1-1 0,-1 0 0,-1 1 0,1-1 0,0 0 0,0 0 0,-1 1 0,1-1 0,-1 0 0,0 0 0,0 0 0,-1 3 0,0-3 0,0 0 0,0 0 0,0 0 0,-1 0 0,1 0 0,-1 0 0,1-1 0,-1 1 0,1-1 0,-1 0 0,0 1 0,0-1 0,0-1 0,-4 2 0,-10 1 0,1-2 0,0 1 0,-1-2 0,-30-3 0,38 2 0,0-1 0,0 1 0,0-2 0,0 1 0,1-1 0,-1-1 0,1 1 0,0-1 0,0-1 0,1 0 0,-1 0 0,1 0 0,0-1 0,0 0 0,0 0 0,1-1 0,0 0 0,-7-10 0,6 6 0,0-1 0,1-1 0,0 1 0,1-1 0,1 1 0,-1-1 0,2-1 0,0 1 0,1-1 0,0 1 0,0-20 0,2 19 0,-1-2 0,1 0 0,1 0 0,1 0 0,5-28 0,-6 40 0,1-1 0,0 1 0,0-1 0,0 1 0,0 0 0,1 0 0,-1 0 0,1 0 0,0 0 0,0 0 0,1 1 0,-1 0 0,1-1 0,-1 1 0,1 0 0,0 1 0,0-1 0,1 1 0,-1 0 0,7-3 0,3 1 0,0 0 0,0 1 0,0 0 0,0 1 0,21 0 0,78 5 0,-38 1 0,45-7 0,161-25 0,-93 11 0,252 10 0,-345 8 0,-76-1 0,0 0 0,1 2 0,-2 0 0,1 1 0,0 1 0,-1 0 0,1 2 0,-1 0 0,0 1 0,23 14 0,-28-14 0,-2-1 0,-1 0 0,1 1 0,-2 0 0,1 1 0,13 13 0,-21-18 0,0-1 0,0 1 0,0-1 0,-1 1 0,1 0 0,-1-1 0,0 1 0,0 0 0,0 0 0,0 0 0,0 0 0,-1 0 0,1 0 0,-1 0 0,0 0 0,0 0 0,0 0 0,0 0 0,-1 0 0,1 0 0,-1 0 0,0 0 0,0 0 0,0 0 0,0 0 0,0 0 0,-3 4 0,2-4 0,-1 0 0,1 0 0,0 0 0,-1 0 0,0-1 0,0 1 0,0-1 0,0 1 0,0-1 0,0 0 0,-1-1 0,1 1 0,0 0 0,-1-1 0,0 0 0,1 0 0,-1 0 0,0 0 0,0-1 0,-4 1 0,-12 1 0,0-2 0,-33-3 0,25 2 0,25 0 0,-16 1 0,1 0 0,0-2 0,0-1 0,1 0 0,-1-1 0,-19-7 0,-160-57 0,177 63 0,-1 1 0,0 0 0,0 1 0,0 2 0,-33 0 0,27 2 0,0-2 0,-46-8 0,-172-49 0,214 53 0,-1 0 0,0 3 0,0 0 0,-48 5 0,9-1 0,66-2 0,1 0 0,0 0 0,0 1 0,0-1 0,0 1 0,0 0 0,0 0 0,0 1 0,0-1 0,0 1 0,0 0 0,1 0 0,-1 0 0,1 0 0,-5 4 0,7-4 0,-1 0 0,1 0 0,0-1 0,0 1 0,0 0 0,0 0 0,0 0 0,0 0 0,0 0 0,1 0 0,-1 1 0,1-1 0,0 0 0,-1 0 0,1 0 0,0 0 0,0 1 0,1-1 0,-1 0 0,0 0 0,1 0 0,-1 0 0,1 0 0,-1 1 0,1-1 0,0 0 0,0 0 0,0-1 0,0 1 0,1 0 0,1 2 0,8 11 0,0-1 0,1-1 0,0 0 0,1 0 0,1-2 0,0 1 0,1-2 0,0 0 0,0-1 0,1 0 0,31 12 0,-44-20 0,16 8 0,-1-1 0,1-1 0,0-1 0,1-1 0,-1 0 0,1-1 0,31 1 0,-22-4 0,1-2 0,31-5 0,-48 4 0,0-1 0,-1-1 0,1 1 0,-1-2 0,0 0 0,0 0 0,13-9 0,8-4 0,1 1 0,41-13 0,-63 25 0,1 1 0,1 0 0,0 0 0,0 2 0,0 0 0,16-1 0,77 3 0,-55 1 0,53 0 0,-4 1 0,174-19 0,-182 8 0,177 6 0,-139 5 0,477-2 0,-604 0 0,0 0 0,-1 0 0,1 0 0,0 0 0,-1-1 0,1 0 0,-1 1 0,1-1 0,-1-1 0,1 1 0,-1 0 0,0-1 0,1 0 0,-1 0 0,4-2 0,-5 1 0,0 0 0,0 0 0,0 0 0,0 0 0,0 0 0,-1 0 0,1-1 0,-1 1 0,0 0 0,0-1 0,0 1 0,0-1 0,-1 1 0,1-1 0,-1-6 0,-2-135 0,-1 50 0,3 87 0,-1 1 0,0 0 0,0 0 0,-1 0 0,0 0 0,0 0 0,-1 0 0,0 0 0,0 1 0,0-1 0,-1 1 0,0 0 0,-6-7 0,-4-8 0,14 21 0,-1-1 0,0 0 0,1 0 0,-1 0 0,1 0 0,-1 0 0,1 0 0,0 0 0,-1 0 0,1 0 0,0 0 0,0 0 0,-1 0 0,1 0 0,0 0 0,0 0 0,1-2 0,-1 2 0,0 1 0,0-1 0,1 1 0,-1-1 0,0 1 0,1-1 0,-1 1 0,1 0 0,-1-1 0,0 1 0,1-1 0,-1 1 0,1 0 0,-1-1 0,1 1 0,-1 0 0,1 0 0,0 0 0,-1-1 0,1 1 0,-1 0 0,1 0 0,0 0 0,2 0 0,0 0 0,0 0 0,0 0 0,0 0 0,0 0 0,0 1 0,0 0 0,-1-1 0,1 1 0,5 3 0,3 2 0,0 1 0,0 0 0,-1 1 0,-1 1 0,1-1 0,15 20 0,43 68 0,-8-10 0,-55-79 0,-1-1 0,-1 1 0,1 1 0,-1-1 0,0 0 0,0 1 0,-1 0 0,0-1 0,-1 1 0,0 0 0,1 11 0,-2-16 0,0 1 0,0 0 0,-1-1 0,1 1 0,-1-1 0,1 1 0,-1 0 0,-1-1 0,1 1 0,0-1 0,-4 6 0,4-7 0,-1 0 0,1 0 0,-1-1 0,1 1 0,-1-1 0,0 1 0,0-1 0,0 0 0,0 0 0,0 0 0,0 0 0,0 0 0,0 0 0,0 0 0,0-1 0,0 1 0,0-1 0,-1 1 0,1-1 0,-4 0 0,0 0 0,1-1 0,0 1 0,0-1 0,0 0 0,-1-1 0,1 1 0,0-1 0,1 0 0,-1 0 0,0 0 0,0-1 0,1 0 0,0 0 0,-1 0 0,-3-4 0,-8-9 0,1 1 0,-19-28 0,-15-14 0,-7 2 0,-28-26 0,48 50 0,20 16 0,-1 0 0,0 1 0,-1 1 0,-1 1 0,-24-13 0,29 20 0,-1 2 0,1-1 0,0 2 0,-1 0 0,0 1 0,1 0 0,-18 2 0,12-1 0,0 0 0,-38-7 0,-7-2 0,-2 2 0,1 3 0,-90 6 0,38 1 0,-126-17 0,13 0 0,211 13 0,0-1 0,-30-7 0,28 4 0,1 2 0,-25-2 0,-453 4 0,237 3 0,257-3 0,0 1 0,0 0 0,0 1 0,0-1 0,0 1 0,0 0 0,0 1 0,0-1 0,1 1 0,-1 0 0,0 0 0,1 0 0,-1 1 0,-6 5 0,8-5 0,0 0 0,1 0 0,0 0 0,-1 0 0,1 1 0,0-1 0,1 1 0,-1-1 0,1 1 0,-1 0 0,1 0 0,0 0 0,1-1 0,-1 1 0,1 0 0,0 0 0,0 0 0,0 0 0,1 5 0,0 1 0,0 0 0,1 0 0,0 0 0,1 0 0,0 0 0,1-1 0,0 0 0,10 16 0,-11-19 0,0-1 0,1 1 0,0-1 0,1 0 0,-1 0 0,1 0 0,0-1 0,0 0 0,0 0 0,1 0 0,-1-1 0,1 1 0,0-1 0,8 3 0,39 7 0,79 9 0,-39-7 0,-1-3 0,-1-5 0,159-7 0,-101-2 0,-89 2 0,-18 2 0,0-3 0,1-1 0,69-13 0,69-12 0,-135 15 0,65-28 0,-82 27 0,-1 2 0,1 1 0,1 2 0,-1 1 0,2 1 0,46-3 0,-65 9 0,38-2 0,-48 2 0,-1 0 0,0 0 0,0 0 0,1 0 0,-1 0 0,0 0 0,0-1 0,1 1 0,-1-1 0,0 1 0,0-1 0,0 1 0,1-1 0,-1 0 0,0 1 0,0-1 0,0 0 0,0 0 0,-1 0 0,1 0 0,0 0 0,0 0 0,0 0 0,-1 0 0,1 0 0,0 0 0,-1-1 0,1 1 0,-1 0 0,1-2 0,-2 2 0,1 0 0,0 0 0,-1 0 0,1 0 0,0 0 0,-1 0 0,1 1 0,-1-1 0,0 0 0,1 0 0,-1 0 0,0 0 0,1 1 0,-1-1 0,0 0 0,0 1 0,0-1 0,0 0 0,-1 0 0,-25-14 0,10 6 0,-33-26 0,-3-2 0,-110-59 0,96 62 0,48 22 0,-1 1 0,0 2 0,-1 0 0,0 1 0,-39-10 0,-38 4 0,-175-3 0,248 17 0,0 1 0,-37 6 0,53-5 0,-1 1 0,1 0 0,0 0 0,0 1 0,0 0 0,1 1 0,-1-1 0,1 2 0,-11 8 0,10-6 0,1 1 0,0 0 0,0 0 0,1 1 0,1 0 0,-1 0 0,2 0 0,-1 1 0,2 0 0,-1 0 0,1 0 0,1 1 0,0-1 0,1 1 0,0 0 0,1 0 0,0 0 0,1 0 0,0-1 0,0 1 0,2 0 0,0 0 0,0 0 0,1-1 0,5 15 0,-2-17 0,0 0 0,0 0 0,1-1 0,1 1 0,-1-2 0,1 1 0,0-1 0,1 0 0,10 5 0,-11-6 0,17 10 0,0-2 0,1-1 0,1-2 0,0 0 0,40 10 0,-52-17 0,17 4 0,1-3 0,0 0 0,0-2 0,0-2 0,59-5 0,-14 2 0,-63 2 0,8 1 0,-1-2 0,0 0 0,0-1 0,0-2 0,23-6 0,-39 9 0,-1-1 0,0 0 0,0-1 0,0 1 0,0-1 0,0 0 0,0 0 0,-1-1 0,1 1 0,-1-1 0,0 0 0,0 0 0,-1-1 0,1 1 0,-1-1 0,0 1 0,0-1 0,0 0 0,-1 0 0,0-1 0,0 1 0,0 0 0,-1-1 0,1 1 0,0-8 0,-2 6 0,1 0 0,-1 0 0,0 0 0,0 0 0,-1 0 0,0 0 0,0 0 0,-1 0 0,0 0 0,0 0 0,0 1 0,-1-1 0,0 1 0,0 0 0,-1 0 0,0 0 0,0 0 0,0 1 0,-7-7 0,-9-7 0,0 1 0,-1 1 0,-41-25 0,-5-5 0,51 34 0,0 0 0,-1 2 0,0-1 0,-1 2 0,0 1 0,-1 0 0,0 1 0,0 1 0,-1 1 0,0 0 0,0 2 0,0 0 0,-28-1 0,15 4 0,0 2 0,0 1 0,-55 11 0,68-9 0,1 2 0,0 0 0,0 1 0,0 1 0,1 0 0,0 2 0,-22 15 0,-117 79 0,153-101 0,0 0 0,1 1 0,-1 0 0,1 0 0,0 0 0,1 0 0,-1 0 0,1 0 0,-1 1 0,1-1 0,1 1 0,-1 0 0,-1 5 0,2-7 0,1 0 0,-1 0 0,1 0 0,-1 0 0,1 0 0,0 0 0,0 0 0,0 0 0,0 0 0,1 0 0,-1 0 0,1 0 0,0 0 0,0 0 0,0 0 0,0 0 0,0-1 0,1 1 0,-1 0 0,1-1 0,0 1 0,2 1 0,-3-3 9,-1 0 0,1 0 0,0 0 0,0-1 0,1 1 0,-1 0 0,0-1 0,0 1 0,0-1 0,0 1 0,0-1 0,1 0 0,-1 1 0,0-1 0,0 0 0,1 0 0,-1 0 0,0 0 0,0 0 0,1 0 0,-1 0 0,0-1 0,0 1 0,1 0 0,-1-1 0,0 1 0,0-1 0,0 1 0,0-1 0,0 1 0,1-1 0,-1 0 0,0 0 0,-1 1 0,1-1 0,0 0 0,1-1 0,2-3-294,0 0 1,0 0-1,0 0 1,-1 0-1,6-11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5:42.180"/>
    </inkml:context>
    <inkml:brush xml:id="br0">
      <inkml:brushProperty name="width" value="0.35" units="cm"/>
      <inkml:brushProperty name="height" value="0.35" units="cm"/>
      <inkml:brushProperty name="color" value="#FFFFFF"/>
    </inkml:brush>
  </inkml:definitions>
  <inkml:trace contextRef="#ctx0" brushRef="#br0">611 294 24575,'-23'-1'0,"-1"2"0,1 0 0,0 1 0,-31 8 0,48-8 0,-1 0 0,0 1 0,1 0 0,-1 0 0,1 0 0,0 1 0,0-1 0,1 2 0,-1-1 0,1 0 0,0 1 0,0 0 0,0 1 0,0-1 0,1 1 0,0 0 0,1 0 0,-6 10 0,-52 95 0,42-80 0,18-31 0,0 1 0,1 0 0,-1 0 0,0 0 0,1 0 0,-1 0 0,1 0 0,0 0 0,-1 0 0,1 0 0,0 0 0,-1 0 0,1 0 0,0 1 0,0-1 0,0 0 0,0 0 0,0 0 0,0 0 0,0 0 0,0 0 0,1 0 0,-1 1 0,0-1 0,1 0 0,-1 0 0,0 0 0,1 0 0,0 0 0,-1 0 0,1 0 0,-1-1 0,1 1 0,0 0 0,0 0 0,0 0 0,-1-1 0,1 1 0,0 0 0,0-1 0,0 1 0,1 0 0,5 2 0,0-1 0,0 0 0,1 0 0,-1 0 0,11 0 0,-5 0 0,63 7 0,0-3 0,117-7 0,-69-1 0,-75 1 0,59 3 0,-106-3 0,0 1 0,0 0 0,0 1 0,0-1 0,0 0 0,0 1 0,0-1 0,0 1 0,0-1 0,0 1 0,0 0 0,0 0 0,0 0 0,0 0 0,-1 0 0,1 0 0,0 1 0,-1-1 0,1 1 0,-1-1 0,1 1 0,-1-1 0,0 1 0,0 0 0,0-1 0,0 1 0,0 0 0,0 0 0,0 0 0,0 0 0,-1 0 0,1 0 0,-1 0 0,0 0 0,1 0 0,-1 0 0,0 0 0,0 1 0,0-1 0,-1 0 0,1 0 0,-1 2 0,-1 4 0,0-1 0,0 0 0,-1 1 0,0-1 0,0 0 0,-1 0 0,0-1 0,0 1 0,-1-1 0,-6 7 0,4-6 0,-1 0 0,-1 0 0,0-1 0,0 0 0,0-1 0,0 0 0,-1 0 0,0-1 0,0 0 0,0-1 0,0 0 0,-12 2 0,13-4 0,1 1 0,-1-1 0,0-1 0,0 1 0,1-1 0,-1-1 0,0 0 0,0 0 0,1-1 0,-1 0 0,1 0 0,-1-1 0,1 0 0,-16-9 0,16 7 0,-1 1 0,0-1 0,0 2 0,0-1 0,0 1 0,-1 1 0,1-1 0,-13 0 0,-12 0 0,-35 1 0,-6 1 0,21-3 0,1-2 0,0-2 0,0-3 0,-54-18 0,101 27 0,-5-2 0,-1 0 0,1-1 0,0 0 0,-12-8 0,20 11 0,0-1 0,0 1 0,1-1 0,-1 1 0,0-1 0,1 0 0,0 0 0,0 0 0,0 0 0,0 0 0,0-1 0,0 1 0,1 0 0,0-1 0,-1 1 0,1-1 0,0-6 0,-1-1 0,1 1 0,0 0 0,1-1 0,0 1 0,0 0 0,1-1 0,1 1 0,0 0 0,3-11 0,-3 16 0,1 0 0,-1 0 0,1 0 0,0 0 0,0 0 0,1 0 0,-1 1 0,1-1 0,0 1 0,0 0 0,1 1 0,-1-1 0,1 1 0,-1-1 0,1 1 0,0 1 0,10-5 0,14-3 0,0 1 0,0 1 0,1 2 0,0 1 0,0 1 0,0 2 0,49 2 0,-57-2 0,-1 0 0,0-1 0,1-1 0,34-11 0,-32 7 0,1 2 0,48-6 0,-61 10 0,0 0 0,0 0 0,0-2 0,0 1 0,16-8 0,-15 5 0,0 1 0,0 1 0,27-6 0,-17 8 0,7-1 0,-1-1 0,0-2 0,0-1 0,0 0 0,28-13 0,110-41 0,-98 38 0,162-46 0,-189 62 0,0 2 0,0 1 0,0 3 0,58 5 0,3-2 0,-34-4 0,1-4 0,131-28 0,-153 27 0,1 2 0,0 3 0,72 4 0,-21 0 0,71-4 0,178 5 0,-310 2 0,-1 1 0,0 2 0,0 2 0,48 18 0,-41-15 0,1-2 0,1-2 0,90 5 0,-98-11 0,32 9 0,-51-8 0,0 0 0,25 0 0,-29-3 0,-1 1 0,1 0 0,-1 2 0,1-1 0,-1 2 0,0 0 0,-1 1 0,1 0 0,26 17 0,-32-19 0,0 0 0,0-1 0,0 0 0,0 0 0,1-1 0,-1 0 0,1-1 0,0 0 0,12 0 0,-6-1 0,-1 2 0,25 5 0,-3 3 0,-1 3 0,43 20 0,-58-25 0,0 0 0,32 6 0,-6-1 0,-42-12 0,-1 0 0,0 1 0,1-1 0,-1 1 0,0 0 0,0 0 0,0 1 0,0 0 0,-1-1 0,1 1 0,-1 0 0,1 0 0,-1 1 0,0-1 0,0 1 0,-1 0 0,1 0 0,-1-1 0,1 2 0,-1-1 0,1 5 0,1 5 0,-2-1 0,1 1 0,-2-1 0,0 1 0,-2 26 0,2-8 0,-1-14 0,0-1 0,-4 28 0,3-41 0,0 0 0,0 1 0,0-1 0,0 0 0,-1 0 0,1 0 0,-1 0 0,0 0 0,-1 0 0,1-1 0,-1 1 0,1-1 0,-1 0 0,0 1 0,-5 2 0,-24 22 0,26-22 0,0 0 0,-1-1 0,1 1 0,-1-1 0,0-1 0,-1 1 0,1-1 0,-1-1 0,0 1 0,-16 4 0,-16 0 0,5-1 0,-62 6 0,84-13 0,0 0 0,0-1 0,0 0 0,0-1 0,0 0 0,1-1 0,-1 0 0,-18-9 0,-4-4 0,17 8 0,0 0 0,0 1 0,-28-7 0,2 5 0,0 1 0,-88-4 0,-224 14 0,329 0 0,1 1 0,0 2 0,0 0 0,0 2 0,0 1 0,-32 15 0,-44 12 0,-185 61 0,124-39 0,108-40 0,-71 27 0,2-3 0,-1 0 0,-42 23 0,152-58 0,-1-1 0,0-1 0,0 0 0,0-1 0,-31 2 0,-85-6 0,59-2 0,29 4 0,21 0 0,0 0 0,-45-7 0,62 5 0,0 0 0,1-1 0,-1 1 0,0-1 0,0-1 0,1 1 0,-1-1 0,1 0 0,0 0 0,0 0 0,0-1 0,0 0 0,1 0 0,-1 0 0,-6-10 0,3 4 0,2-1 0,0-1 0,0 1 0,1-1 0,0 0 0,-5-19 0,-9-78 0,17 86 0,-2-1 0,0 1 0,-1-1 0,-2 1 0,-13-32 0,16 48 0,-1 1 0,0-1 0,0 1 0,0 0 0,0 0 0,-8-5 0,7 6 0,1 0 0,0 0 0,0-1 0,1 1 0,-1-1 0,-6-12 0,10 17 0,1 0 0,0 0 0,-1 0 0,1 0 0,0 0 0,0 0 0,0 0 0,-1-1 0,1 1 0,0 0 0,0 0 0,1 0 0,-1 0 0,0 0 0,0 0 0,0 0 0,1 0 0,-1 0 0,1-1 0,-1 1 0,1 0 0,-1 1 0,1-1 0,0 0 0,-1 0 0,1 0 0,0 0 0,-1 0 0,1 1 0,0-1 0,0 0 0,0 1 0,0-1 0,0 0 0,0 1 0,0-1 0,0 1 0,0 0 0,0-1 0,0 1 0,0 0 0,0 0 0,0 0 0,3-1 0,6-1 0,1 1 0,-1 0 0,17 0 0,-23 1 0,43-1 0,203 6 0,-166 7 0,-54-7 0,48 3 0,34-9 0,48 3 0,-152-2 0,0 2 0,0-1 0,-1 1 0,1 0 0,-1 1 0,1-1 0,-1 1 0,0 1 0,0 0 0,-1 0 0,1 0 0,9 8 0,-14-10 0,1 1 0,0 0 0,-1-1 0,1 1 0,-1 0 0,0 0 0,0 0 0,0 1 0,-1-1 0,1 0 0,-1 1 0,1-1 0,-1 1 0,0-1 0,-1 1 0,1 0 0,-1-1 0,1 1 0,-1 0 0,0-1 0,0 1 0,-1 0 0,1-1 0,-1 1 0,0 0 0,0-1 0,0 1 0,-2 3 0,2-4 0,0-1 0,-1 1 0,1-1 0,-1 0 0,0 0 0,1 0 0,-1 0 0,0 0 0,0 0 0,-1 0 0,1-1 0,0 1 0,0-1 0,-1 1 0,1-1 0,-1 0 0,1 0 0,-1 0 0,-3 1 0,-6 0 0,0 0 0,0 0 0,-16-1 0,-11 2 0,-14 6 0,-1-3 0,0-2 0,-102-6 0,154 2 0,-1 0 0,1-1 0,0 1 0,-1-1 0,1 0 0,-1 0 0,1 0 0,0 0 0,-1 0 0,1 0 0,0-1 0,0 1 0,0-1 0,0 1 0,0-1 0,1 0 0,-1 0 0,0 0 0,1 0 0,-1 0 0,1 0 0,0 0 0,-2-5 0,-1-3 0,1-1 0,0-1 0,0 1 0,-1-14 0,-5-23 0,-9-8 0,8 21 0,-23-51 0,30 80 0,0-1 0,0 0 0,1 0 0,0 0 0,0 0 0,1-1 0,0 1 0,0 0 0,1-1 0,-1 1 0,2-1 0,0-8 0,0 12 0,0 1 0,0-1 0,0 1 0,0 0 0,1 0 0,-1 0 0,1 0 0,0 0 0,0 0 0,0 0 0,0 0 0,1 1 0,-1-1 0,1 1 0,-1 0 0,1 0 0,0 0 0,0 0 0,0 0 0,0 0 0,0 1 0,0 0 0,1-1 0,-1 1 0,0 0 0,1 1 0,5-2 0,-4 1 0,1 1 0,0-1 0,-1 1 0,1 0 0,0 1 0,0-1 0,-1 1 0,1 0 0,-1 0 0,1 1 0,-1 0 0,8 3 0,-1 2 0,0 0 0,0 1 0,16 13 0,19 14 0,-16-15 0,-24-14 0,2 0 0,-1 0 0,1-1 0,0 0 0,0-1 0,0 0 0,0 0 0,1-1 0,0 0 0,0-1 0,15 2 0,242-4 0,-112-2 0,1466 2 0,-1598 2 0,0 0 0,0 2 0,0 1 0,32 11 0,31 6 0,-70-19 0,11 2 0,0 0 0,35 14 0,-58-18 0,-1 1 0,0-1 0,0 1 0,0 0 0,0 0 0,-1 0 0,1 1 0,0-1 0,-1 1 0,0-1 0,1 1 0,1 3 0,-4-5 0,1 0 0,-1 0 0,1 0 0,-1 0 0,0 0 0,0-1 0,1 1 0,-1 0 0,0 0 0,0 0 0,0 0 0,0 0 0,0 0 0,0 0 0,0 0 0,0 0 0,0 0 0,-1 0 0,1 0 0,0 0 0,-1 0 0,1 0 0,0 0 0,-1 0 0,1 0 0,-1-1 0,0 1 0,1 0 0,-1 0 0,1-1 0,-1 1 0,0 0 0,0-1 0,0 1 0,1-1 0,-1 1 0,0-1 0,0 1 0,0-1 0,0 1 0,0-1 0,0 0 0,0 0 0,0 1 0,-1-1 0,-20 5 0,0-1 0,1-1 0,-1-1 0,-1-1 0,1-1 0,-32-4 0,-7 2 0,-708 1 0,768 1 0,-1 0 0,1-1 0,0 1 0,-1 1 0,1-1 0,0 0 0,0 0 0,-1 0 0,1 1 0,0-1 0,0 0 0,-1 1 0,1-1 0,0 1 0,0 0 0,0-1 0,0 1 0,0 0 0,0 0 0,0 0 0,-2 1 0,3-1 0,-1 0 0,1 1 0,0-1 0,-1 0 0,1 0 0,0 0 0,0 1 0,0-1 0,0 0 0,0 0 0,0 1 0,0-1 0,0 0 0,1 0 0,-1 1 0,0-1 0,1 0 0,0 2 0,4 7 0,0-1 0,1 1 0,0-1 0,9 10 0,-9-11 0,32 51 0,-31-46 0,1 0 0,1 0 0,0 0 0,0-1 0,2-1 0,17 17 0,-21-22 0,1 0 0,0-1 0,-1 0 0,1 0 0,1 0 0,-1-1 0,1-1 0,0 1 0,0-2 0,0 1 0,0-1 0,0 0 0,0-1 0,11 0 0,5 1 0,-1-2 0,33-3 0,-49 1 0,0 1 0,0-1 0,0 0 0,0-1 0,0 0 0,-1 0 0,0 0 0,0-1 0,0 0 0,13-10 0,23-12 0,-14 10 0,-28 16 0,-1-1 0,1 1 0,0 0 0,-1-1 0,1 1 0,-1-1 0,1 1 0,-1-1 0,1 0 0,-1 1 0,0-1 0,1 1 0,-1-1 0,0 0 0,1 1 0,-1-1 0,0 0 0,0 1 0,1-1 0,-1 0 0,0 1 0,0-1 0,0 0 0,0 0 0,0 1 0,0-2 0,-11-18 0,-27-12 0,35 30 0,-178-130 0,167 121 0,0 1 0,-1 1 0,0 1 0,-1 0 0,0 0 0,0 2 0,0 0 0,-1 1 0,0 0 0,-30-3 0,-5-2-1365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02.167"/>
    </inkml:context>
    <inkml:brush xml:id="br0">
      <inkml:brushProperty name="width" value="0.35" units="cm"/>
      <inkml:brushProperty name="height" value="0.35" units="cm"/>
      <inkml:brushProperty name="color" value="#FFFFFF"/>
    </inkml:brush>
  </inkml:definitions>
  <inkml:trace contextRef="#ctx0" brushRef="#br0">96 895 24575,'86'5'0,"0"3"0,169 39 0,-240-43 0,47 7 0,-37-7 0,1 1 0,-1 1 0,28 11 0,-20-5 0,-1-2 0,1-1 0,0-2 0,1-1 0,43 2 0,174-7 0,-119-4 0,2329 3 0,-2451 0 0,0-1 0,0 0 0,0-1 0,-1 0 0,1 0 0,-1-1 0,1 0 0,-1-1 0,0 0 0,0 0 0,-1-1 0,16-11 0,-3-1 0,-1-2 0,-1 0 0,26-31 0,-33 35 0,0 0 0,-1-1 0,0 0 0,-1-1 0,-1 0 0,-1-1 0,12-35 0,-18 43 0,0 0 0,0 1 0,-1-1 0,0 0 0,-1 0 0,0 0 0,0 0 0,-1 0 0,0 0 0,-1 0 0,0 1 0,-1-1 0,0 1 0,0-1 0,-1 1 0,0 0 0,-8-11 0,-4-5 0,-1 1 0,-25-27 0,36 45 0,-1 1 0,0 0 0,0 0 0,0 0 0,-1 1 0,0 0 0,-11-4 0,-59-16 0,45 18 0,0 2 0,0 2 0,-1 0 0,-42 5 0,-65-3 0,66-12 0,-8-1 0,51 9 0,0-1 0,-47-14 0,-12-2 0,-324-71 0,360 75 0,26 8 0,-53-11 0,-186-26 0,247 41 0,1 0 0,-27-12 0,32 11 0,0 0 0,0 1 0,-1 1 0,0 1 0,-19-3 0,-53 5 0,47 1 0,-60-8 0,-94-25 0,121 25 0,0 2 0,-116 8 0,61 0 0,-330-2 0,448 0 0,0 1 0,-1 0 0,1 1 0,0 0 0,0 0 0,0 1 0,-15 7 0,8-1 0,0 0 0,1 1 0,-21 17 0,1 2 0,17-13 0,-32 19 0,44-30 0,0-1 0,0 0 0,0-1 0,-1 0 0,1 0 0,-1-1 0,-17 3 0,-57-5 0,64-1 0,0 0 0,0 2 0,-36 5 0,47-4 0,1 0 0,-1 1 0,0 0 0,1 0 0,0 1 0,0 0 0,0 0 0,0 1 0,1-1 0,-1 2 0,1-1 0,1 1 0,-1 0 0,1 0 0,0 0 0,0 1 0,1-1 0,-1 1 0,2 1 0,-1-1 0,-3 11 0,0 3 0,1 0 0,1 0 0,1 1 0,1-1 0,1 1 0,1 38 0,-6 5 0,5-54 0,0 0 0,1 0 0,0 0 0,0 1 0,3 16 0,-2-26 0,0 0 0,1-1 0,-1 1 0,0 0 0,1-1 0,0 1 0,-1 0 0,1-1 0,0 1 0,0-1 0,0 1 0,0-1 0,0 0 0,0 1 0,1-1 0,-1 0 0,0 0 0,1 0 0,-1 0 0,1 0 0,-1 0 0,1 0 0,-1 0 0,1 0 0,-1-1 0,1 1 0,0-1 0,0 1 0,-1-1 0,1 0 0,0 0 0,0 0 0,-1 0 0,1 0 0,0 0 0,0 0 0,3-1 0,7-2 0,0 0 0,0 0 0,0-1 0,16-8 0,-7 3 0,189-48 0,-173 49 0,2 2 0,0 2 0,0 1 0,78 5 0,-32 1 0,-60-3 0,-16 1 0,0 0 0,0-1 0,1 0 0,-1-1 0,0 0 0,0 0 0,0-1 0,0 0 0,-1-1 0,1 1 0,14-9 0,-8 2 0,9-6 0,32-27 0,-51 38 0,-1 0 0,1 0 0,-1 0 0,0-1 0,0 0 0,-1 1 0,1-1 0,-1-1 0,0 1 0,0 0 0,-1-1 0,0 0 0,2-6 0,-4 10 0,1 0 0,-1 1 0,0-1 0,0 0 0,-1 0 0,1 1 0,0-1 0,0 0 0,-1 1 0,1-1 0,-1 0 0,0 1 0,1-1 0,-1 0 0,0 1 0,0-1 0,0 1 0,0 0 0,0-1 0,-1 1 0,1 0 0,0-1 0,0 1 0,-1 0 0,1 0 0,-1 0 0,1 0 0,-1 1 0,1-1 0,-1 0 0,0 1 0,1-1 0,-1 1 0,0-1 0,0 1 0,-2 0 0,-9-3 0,-1 2 0,1 0 0,-23 1 0,27 0 0,-47 0 0,-76 5 0,119-4 0,-1 1 0,1 1 0,0 0 0,1 0 0,-1 2 0,-20 9 0,29-12 0,0 1 0,0-1 0,1 0 0,-1 1 0,1 0 0,0 0 0,0 0 0,0 0 0,0 1 0,-3 5 0,4-6 0,1-1 0,0 1 0,0-1 0,1 1 0,-1 0 0,0-1 0,1 1 0,0 0 0,-1 0 0,1-1 0,0 1 0,1 0 0,-1 0 0,0-1 0,1 1 0,-1 0 0,1-1 0,1 4 0,-1-3 0,1-1 0,-1 1 0,1-1 0,0 0 0,-1 0 0,1 0 0,0 1 0,0-2 0,1 1 0,-1 0 0,0 0 0,0-1 0,1 1 0,-1-1 0,1 0 0,0 0 0,-1 0 0,1 0 0,0 0 0,-1 0 0,1-1 0,6 1 0,7 0 0,1 0 0,28-2 0,-27 0 0,927-4 0,-533 7 0,409-2 0,-795 1 0,-1 2 0,32 6 0,-29-4 0,44 3 0,-34-7 0,-7-1 0,-1 2 0,0 0 0,35 9 0,-49-9 0,0 0 0,30 1 0,-36-4 0,1 1 0,0 1 0,0 0 0,0 0 0,0 1 0,-1 1 0,1 0 0,13 5 0,-1 3 0,44 13 0,-7-3 0,-56-19 0,0 0 0,0 1 0,-1-1 0,1 1 0,-1 0 0,0 0 0,1 0 0,-1 0 0,-1 1 0,1-1 0,0 1 0,2 5 0,-2-4 0,0 0 0,1 0 0,0 0 0,0-1 0,0 0 0,8 7 0,-3-6 0,0 0 0,1-1 0,-1 0 0,1-1 0,0 0 0,0-1 0,1 0 0,-1 0 0,0-1 0,1 0 0,16-1 0,-38-3 0,0-1 0,1 0 0,-18-9 0,-34-13 0,43 19 0,-35-18 0,-5-3 0,-5 0 0,46 20 0,1 0 0,-1 1 0,0 0 0,-1 2 0,1 0 0,-1 1 0,-23-2 0,-324 6 0,170 2 0,-290-2 0,474-1 0,-1 0 0,1-1 0,0 0 0,1-1 0,-1 0 0,0-1 0,-14-7 0,-6-1 0,14 7 0,-1 0 0,0 2 0,0 0 0,0 2 0,0 0 0,-25 2 0,18-1 0,0 0 0,-40-7 0,-33-7 0,-25-5 0,82 13 0,0 1 0,-1 2 0,1 2 0,-46 4 0,-10 0 0,23-5 0,-86 4 0,155-1 0,1 1 0,0-1 0,0 1 0,0 0 0,0 0 0,1 1 0,-1-1 0,1 1 0,-1 0 0,1 0 0,0 1 0,0-1 0,0 1 0,0 0 0,-4 6 0,-7 10 0,-25 43 0,32-49 0,-2 4 0,0 1 0,1 0 0,1 0 0,1 1 0,1-1 0,0 2 0,2-1 0,0 0 0,2 1 0,0 0 0,1 35 0,2-52 0,-1 0 0,1-1 0,-1 1 0,1-1 0,0 1 0,0-1 0,1 1 0,-1-1 0,1 0 0,-1 0 0,1 0 0,0 0 0,0 0 0,1 0 0,-1 0 0,1 0 0,-1-1 0,6 4 0,-2-2 0,-1-1 0,0-1 0,1 1 0,0-1 0,0 0 0,0 0 0,0-1 0,0 0 0,0 0 0,8 0 0,6-1 0,-1 0 0,0-2 0,1 0 0,-1-2 0,0 0 0,21-7 0,131-56 0,-106 40 0,-49 21 0,0 1 0,1 1 0,-1 0 0,1 1 0,27 0 0,89 4 0,-51 2 0,311-3 0,-385 0 0,-1 0 0,0 0 0,0 1 0,1 0 0,-1 0 0,0 1 0,0 0 0,0 0 0,0 1 0,-1-1 0,1 1 0,-1 1 0,0 0 0,1 0 0,-1 0 0,-1 0 0,1 1 0,4 5 0,-4-4 0,1-1 0,-1 0 0,1 0 0,0 0 0,0-1 0,0 0 0,1 0 0,-1-1 0,1 0 0,0-1 0,0 1 0,0-1 0,14 1 0,9-1 0,0 0 0,44-5 0,-14 0 0,-57 3 0,0 0 0,0 0 0,0 0 0,0 0 0,0-1 0,-1 0 0,1 0 0,0 0 0,-1 0 0,1-1 0,0 1 0,-1-1 0,0 0 0,5-3 0,-6 3 0,1-1 0,-1 0 0,0 0 0,0 1 0,-1-1 0,1-1 0,-1 1 0,1 0 0,-1 0 0,0 0 0,0-1 0,0 1 0,-1 0 0,1-1 0,-1 1 0,0-6 0,-5-209 0,3 206 0,1 0 0,-2-1 0,0 2 0,0-1 0,-1 0 0,0 1 0,-1-1 0,0 1 0,-1 1 0,-1-1 0,1 1 0,-1 0 0,-1 0 0,0 1 0,-1 0 0,1 0 0,-1 1 0,-1 1 0,0-1 0,0 1 0,0 1 0,-1 0 0,0 0 0,0 1 0,-1 1 0,1 0 0,-1 0 0,0 1 0,0 1 0,-21-2 0,17 2 0,0-1 0,-1-1 0,1-1 0,-18-7 0,19 7 0,1 0 0,-2 0 0,1 2 0,0-1 0,-20 0 0,-178 4 0,86 2 0,120-2 0,1 0 0,0 0 0,0 1 0,0 0 0,0 0 0,0 0 0,0 1 0,0 0 0,1 0 0,-1 0 0,0 1 0,1 0 0,0 0 0,0 0 0,-8 7 0,8-4 0,0-1 0,0 1 0,0 1 0,1-1 0,0 1 0,0 0 0,1 0 0,0 0 0,0 0 0,1 0 0,-4 16 0,2 3 0,0 0 0,2 0 0,1 0 0,1 0 0,3 29 0,-2-52 0,-1 0 0,1-1 0,0 1 0,-1-1 0,1 1 0,0 0 0,0-1 0,1 0 0,-1 1 0,1-1 0,-1 0 0,1 0 0,-1 1 0,1-1 0,0 0 0,0-1 0,0 1 0,0 0 0,1-1 0,-1 1 0,0-1 0,1 0 0,-1 1 0,1-1 0,-1 0 0,1-1 0,-1 1 0,1 0 0,5 0 0,7 1 0,1-1 0,0-1 0,0 0 0,17-3 0,-4 1 0,73 2 0,-59 1 0,1-1 0,47-8 0,-83 7 0,0 0 0,-1-1 0,1-1 0,0 1 0,-1-1 0,0 0 0,0 0 0,0-1 0,0 0 0,0-1 0,6-5 0,-9 6 0,1-1 0,-1 1 0,0-1 0,-1 0 0,1 0 0,-1 0 0,0-1 0,-1 0 0,1 1 0,-1-1 0,0 0 0,0 0 0,-1 0 0,2-10 0,-1 2 0,-1 1 0,0-1 0,-1 0 0,-3-27 0,2 34 0,-1-1 0,0 1 0,0 0 0,-1 0 0,0 0 0,0 0 0,0 0 0,-1 1 0,0 0 0,-10-11 0,-9-14 0,-11-12 0,24 32 0,-2 1 0,1 0 0,-1 0 0,-1 1 0,1 1 0,-1 0 0,-1 1 0,0 1 0,0 0 0,-23-7 0,1 7 0,0 2 0,0 1 0,-1 2 0,-43 5 0,-4-2 0,63-1 0,-1 0 0,0 1 0,1 1 0,0 0 0,0 2 0,0 1 0,0 1 0,1 0 0,0 2 0,0 0 0,1 1 0,0 1 0,1 1 0,-30 24 0,38-25 0,1 0 0,0 1 0,0 0 0,2 1 0,-1-1 0,1 2 0,1-1 0,0 1 0,1 0 0,1 0 0,0 0 0,1 0 0,0 1 0,1 0 0,1-1 0,0 19 0,2-29 26,-1 0 0,1 1 1,0-1-1,0 0 0,1 0 0,-1 0 0,1 0 0,0 0 0,0 0 0,0 0 0,0-1 1,4 5-1,2 1-483,1 0 0,18 14 1,-22-19 121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38.483"/>
    </inkml:context>
    <inkml:brush xml:id="br0">
      <inkml:brushProperty name="width" value="0.35" units="cm"/>
      <inkml:brushProperty name="height" value="0.35" units="cm"/>
      <inkml:brushProperty name="color" value="#FFFFFF"/>
    </inkml:brush>
  </inkml:definitions>
  <inkml:trace contextRef="#ctx0" brushRef="#br0">3098 260 24569,'-1'10'0,"-2"0"0,-3 0 0,-3 1 0,-1-1 0,-3 0 0,-3-1 0,-1 1 0,-3 0 0,-2-1 0,-3 1 0,-1-1 0,-3 0 0,-2 0 0,-2-1 0,-1 1 0,-3-1 0,-2 0 0,-1-1 0,-2 1 0,-2-1 0,-2-1 0,-1 1 0,-1-1 0,-2 0 0,-1-1 0,-2 1 0,0-2 0,-2 1 0,-1-1 0,0 0 0,-2-1 0,0 0 0,-1-1 0,0 1 0,-1-2 0,-1 1 0,1-1 0,-1-1 0,0 1 0,0-2 0,1 1 0,-1-1 0,1-1 0,0 1 0,1-2 0,0 1 0,1-1 0,0 0 0,1-1 0,2 0 0,0-1 0,1 1 0,2-2 0,1 1 0,1-1 0,1 0 0,2-1 0,2 1 0,1-1 0,2-1 0,1 1 0,3-1 0,1 0 0,2-1 0,2 1 0,3-1 0,1 0 0,2 0 0,3-1 0,2 1 0,2-1 0,2 0 0,3 1 0,2-1 0,2 0 0,3-1 0,2 1 0,2 0 0,3 0 0,2 0 0,3 0 0,2-1 0,2 1 0,3 0 0,2 0 0,2 0 0,3 1 0,2-1 0,2 1 0,2-1 0,3 1 0,2 0 0,1 0 0,3 1 0,2-1 0,2 1 0,1 0 0,3 1 0,1-1 0,2 1 0,1 0 0,2 1 0,2 0 0,1 0 0,1 1 0,1-1 0,2 2 0,1-1 0,0 1 0,2 0 0,1 1 0,0 0 0,1 0 0,0 1 0,1 0 0,0 1 0,1 0 0,-1 0 0,1 1 0,0 0 0,0 1 0,-1 0 0,1 0 0,-1 1 0,-1 0 0,0 1 0,-1 0 0,0 0 0,-2 1 0,0 0 0,-1 1 0,-2-1 0,0 2 0,-2-1 0,-1 1 0,-2 0 0,-1 0 0,-1 1 0,-2 0 0,-2 1 0,-2-1 0,-1 1 0,-2 0 0,-3 1 0,-1-1 0,-2 1 0,-2 0 0,-3 0 0,-1 1 0,-3-1 0,-2 1 0,-3-1 0,-1 1 0,-3 0 0,-3 0 0,-1 0 0,-3 1 0,-3-1 0,-2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53.243"/>
    </inkml:context>
    <inkml:brush xml:id="br0">
      <inkml:brushProperty name="width" value="0.35" units="cm"/>
      <inkml:brushProperty name="height" value="0.35" units="cm"/>
      <inkml:brushProperty name="color" value="#FFFFFF"/>
    </inkml:brush>
  </inkml:definitions>
  <inkml:trace contextRef="#ctx0" brushRef="#br0">1 423 24575,'111'-2'0,"120"5"0,-203 1 0,0 2 0,0 1 0,-1 1 0,34 16 0,7 1 0,-11-3 0,-43-15 0,0-1 0,0-1 0,0-1 0,1 0 0,0 0 0,20 1 0,48-2 0,96-8 0,-99-7 0,-52 7 0,47-3 0,-51 5 0,1-1 0,-1-1 0,-1-1 0,1 0 0,32-16 0,17-3 0,-29 14 0,0 2 0,0 2 0,46-1 0,-63 6 0,106-21 0,-25 5 0,-26 4 0,1 4 0,89-1 0,-141 11 0,-1-2 0,59-11 0,-37 8 0,-41 5 0,-1-1 0,0 0 0,0 0 0,0-1 0,17-6 0,-26 8 0,0 0 0,0-1 0,0 1 0,0-1 0,0 0 0,0 1 0,0-1 0,0 0 0,0 1 0,-1-1 0,1 0 0,0 0 0,0 0 0,-1 0 0,1 0 0,-1 1 0,1-1 0,-1 0 0,1 0 0,-1-1 0,1 1 0,-1 0 0,0 0 0,0 0 0,1 0 0,-1 0 0,0 0 0,0 0 0,0 0 0,0-1 0,-1 1 0,1 0 0,0 0 0,0 0 0,-1 0 0,1 0 0,0 0 0,-1 0 0,1 0 0,-1 0 0,1 0 0,-1 0 0,0 0 0,0 0 0,1 1 0,-1-1 0,-1-1 0,-4-5 0,1 1 0,-1 0 0,0 1 0,-13-10 0,-7-2 0,0 0 0,-35-15 0,48 26 0,-1 1 0,0 1 0,0 0 0,0 0 0,0 2 0,0 0 0,-16-1 0,-24 2 0,3 0 0,-74-10 0,-101-31 0,203 36 0,0-2 0,-27-12 0,34 12 0,0 2 0,0 0 0,-1 0 0,0 2 0,0 0 0,-23-2 0,22 5 0,6 0 0,-1 0 0,1 1 0,0 1 0,-14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57.819"/>
    </inkml:context>
    <inkml:brush xml:id="br0">
      <inkml:brushProperty name="width" value="0.35" units="cm"/>
      <inkml:brushProperty name="height" value="0.35" units="cm"/>
      <inkml:brushProperty name="color" value="#FFFFFF"/>
    </inkml:brush>
  </inkml:definitions>
  <inkml:trace contextRef="#ctx0" brushRef="#br0">544 32 24575,'-111'2'0,"-121"-5"0,206-4 0,20 1 0,17-1 0,4 4 0,1 0 0,-1 1 0,1 0 0,0 2 0,21 1 0,81 14 0,-74-8 0,44 1 0,-60-5 0,1 1 0,-1 1 0,44 14 0,-11-2 0,-36-9 0,0 1 0,39 20 0,-46-20 0,37 19 0,38 16 0,-88-42 0,-1 0 0,1 1 0,0-1 0,-1 1 0,1 0 0,-1 1 0,0-1 0,0 1 0,-1-1 0,1 1 0,-1 0 0,1 1 0,-1-1 0,-1 0 0,1 1 0,0 0 0,3 9 0,-5-10 0,0 0 0,0 0 0,-1 0 0,1 0 0,-1 0 0,0 0 0,1 0 0,-2-1 0,1 1 0,0 0 0,-1 0 0,0 0 0,0 0 0,0 0 0,0 0 0,-1-1 0,0 1 0,1-1 0,-1 1 0,0-1 0,-1 0 0,1 1 0,-1-1 0,-2 3 0,-6 3 0,0 0 0,-1 0 0,0-1 0,0-1 0,-1 0 0,0-1 0,0 0 0,0-1 0,-24 6 0,5-3 0,0-2 0,0-2 0,-39 1 0,-221-4 0,139-2 0,140 2 0,0 0 0,0 1 0,1 0 0,-1 1 0,1 0 0,-1 1 0,1 1 0,0 0 0,-13 7 0,-13 11 0,-47 35 0,34-21 0,49-36 0,0 0 0,1 0 0,-1 0 0,1 0 0,-1 1 0,1-1 0,0 0 0,-1 1 0,1-1 0,0 1 0,0-1 0,-1 3 0,2-4 0,0 1 0,0-1 0,0 0 0,0 1 0,0-1 0,0 0 0,0 1 0,0-1 0,0 1 0,1-1 0,-1 0 0,0 1 0,0-1 0,0 0 0,0 0 0,1 1 0,-1-1 0,0 0 0,0 1 0,1-1 0,-1 0 0,0 0 0,0 1 0,1-1 0,-1 0 0,0 0 0,1 0 0,-1 0 0,0 1 0,1-1 0,-1 0 0,0 0 0,1 0 0,-1 0 0,1 0 0,7 1 0,0 0 0,0 0 0,0-1 0,8 0 0,-10 0 0,293-4 0,-280 3 0,1-1 0,34-8 0,-32 5 0,-1 1 0,25-1 0,-34 5 33,50-5 266,-58 5-441,0-1 1,1 0-1,-1-1 1,0 1 0,0-1-1,0 0 1,0 0-1,0 0 1,0-1 0,0 1-1,4-5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46.480"/>
    </inkml:context>
    <inkml:brush xml:id="br0">
      <inkml:brushProperty name="width" value="0.35" units="cm"/>
      <inkml:brushProperty name="height" value="0.35" units="cm"/>
      <inkml:brushProperty name="color" value="#FFFFFF"/>
    </inkml:brush>
  </inkml:definitions>
  <inkml:trace contextRef="#ctx0" brushRef="#br0">161 0 24575,'-2'66'0,"0"-37"0,2 1 0,1 0 0,6 43 0,-5-66 0,0-1 0,1 0 0,0-1 0,0 1 0,0 0 0,0-1 0,1 0 0,0 0 0,0 0 0,0 0 0,1 0 0,0-1 0,0 0 0,8 6 0,-7-7 0,-1 1 0,0 0 0,0 0 0,-1 1 0,1-1 0,-1 1 0,0 0 0,0 0 0,0 1 0,-1-1 0,0 1 0,0-1 0,0 1 0,2 10 0,-2-3 0,-1 0 0,-1 0 0,0 1 0,-1-1 0,-1 14 0,0-22 0,1 0 0,-1-1 0,1 1 0,-2-1 0,1 0 0,0 1 0,-1-1 0,0 0 0,0 0 0,0 1 0,0-2 0,-1 1 0,1 0 0,-1 0 0,0-1 0,0 0 0,-1 1 0,-3 2 0,-5 3 0,0 1 0,1 0 0,0 1 0,-12 14 0,-22 22 0,41-44 0,0 0 0,0 0 0,-1 0 0,1-1 0,0 1 0,-1-1 0,0 0 0,1 0 0,-1-1 0,0 1 0,0-1 0,0 0 0,0-1 0,0 1 0,-7-1 0,9 0 0,1-1 0,-1 1 0,1 0 0,-1-1 0,1 0 0,-1 1 0,1-1 0,-1 0 0,1 0 0,-1 0 0,1-1 0,0 1 0,0-1 0,0 1 0,0-1 0,0 0 0,0 0 0,0 1 0,1-1 0,-1 0 0,0-1 0,1 1 0,0 0 0,-1 0 0,1-1 0,0 1 0,0-1 0,1 1 0,-1-1 0,0-3 0,0 2 0,0 0 0,1 0 0,0 0 0,0 0 0,0 0 0,0-1 0,0 1 0,1 0 0,0 0 0,0 0 0,0 0 0,0 1 0,1-1 0,0 0 0,3-6 0,2 1 0,0-1 0,0 1 0,1 1 0,10-9 0,12-12 0,-26 25 0,0 0 0,0 1 0,1 0 0,0 0 0,0 0 0,0 0 0,0 1 0,0-1 0,0 1 0,1 1 0,-1-1 0,1 1 0,-1 0 0,9-1 0,11 1 0,0 0 0,26 4 0,-9-1 0,-19-1 0,-1 0 0,0-2 0,0 0 0,0-2 0,0 0 0,0-1 0,30-11 0,-31 8 0,0 1 0,0 0 0,1 2 0,0 0 0,28 0 0,116 5 0,-66 2 0,-69-3 0,50-1 0,-75 0 0,0 1 0,1-2 0,-1 1 0,0-1 0,0 0 0,0 0 0,-1 0 0,1-1 0,-1 0 0,7-4 0,-11 6 0,0 1 0,0-1 0,0 0 0,0 1 0,0-1 0,0 0 0,0 0 0,0 0 0,0 0 0,-1 0 0,1 0 0,0 0 0,-1 0 0,1 0 0,-1 0 0,1 0 0,-1 0 0,0 0 0,1 0 0,-1-1 0,0 1 0,0 0 0,0 0 0,0 0 0,0-1 0,0 0 0,0 0 0,-1 1 0,0-1 0,0 0 0,0 1 0,0-1 0,0 1 0,-1-1 0,1 1 0,0 0 0,-1-1 0,1 1 0,0 0 0,-1 0 0,-3-2 0,-4-1 0,1 0 0,-1 0 0,-1 0 0,1 2 0,-14-4 0,-6 1 0,-32-6 0,-121-5 0,-209 18 0,381-2 0,0 1 0,-1 0 0,1 1 0,0 0 0,0 1 0,1 0 0,-1 1 0,-16 8 0,0 3 0,-42 31 0,63-42 0,1 0 0,-1 1 0,1 0 0,0 0 0,1 0 0,-1 0 0,1 1 0,0-1 0,0 1 0,1 0 0,0 0 0,-3 11 0,1 1 0,0 0 0,2 0 0,-1 22 0,2 372 0,3-194 0,-2-209 0,0 1 0,1-1 0,0 0 0,0 0 0,1 0 0,1 0 0,0 0 0,0 0 0,5 11 0,-5-16 0,-1-1 0,0 1 0,1 0 0,0-1 0,0 1 0,0-1 0,0 0 0,0 0 0,1 0 0,-1-1 0,1 1 0,0-1 0,0 0 0,0 0 0,0 0 0,0 0 0,0-1 0,1 1 0,-1-1 0,0 0 0,5 0 0,0 0 0,-1-1 0,0 0 0,0 0 0,0-1 0,0 0 0,0 0 0,0-1 0,0 0 0,0 0 0,0-1 0,-1 0 0,1 0 0,9-6 0,19-10 242,-15 9-1045,32-22-1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48.48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49.591"/>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49.953"/>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6:50.155"/>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30:43.10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7:13.028"/>
    </inkml:context>
    <inkml:brush xml:id="br0">
      <inkml:brushProperty name="width" value="0.35" units="cm"/>
      <inkml:brushProperty name="height" value="0.35" units="cm"/>
      <inkml:brushProperty name="color" value="#FFFFFF"/>
    </inkml:brush>
  </inkml:definitions>
  <inkml:trace contextRef="#ctx0" brushRef="#br0">529 0 24546,'-528'920'0,"4643"-920"0,-4643-920 0,-2531 920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7:18.695"/>
    </inkml:context>
    <inkml:brush xml:id="br0">
      <inkml:brushProperty name="width" value="0.35" units="cm"/>
      <inkml:brushProperty name="height" value="0.35" units="cm"/>
      <inkml:brushProperty name="color" value="#FFFFFF"/>
    </inkml:brush>
  </inkml:definitions>
  <inkml:trace contextRef="#ctx0" brushRef="#br0">1 238 24575,'3641'0'0,"-3637"0"0,1 0 0,-1-1 0,0 1 0,1-1 0,-1 0 0,0 0 0,0-1 0,0 1 0,0-1 0,0 0 0,0 0 0,0 0 0,0 0 0,4-4 0,-7 5 0,0-1 0,0 1 0,1-1 0,-1 1 0,0-1 0,0 0 0,0 1 0,0-1 0,-1 0 0,1 0 0,0 0 0,-1 1 0,1-1 0,-1 0 0,0 0 0,0 0 0,1 0 0,-1 0 0,-1 0 0,1 0 0,0 0 0,0 0 0,-1 0 0,1 1 0,-1-1 0,1 0 0,-1 0 0,0 0 0,0 1 0,0-1 0,0 0 0,0 1 0,0-1 0,-2-2 0,-6-6 0,0 0 0,-1 0 0,0 1 0,-1 0 0,1 1 0,-1 0 0,-1 0 0,0 2 0,-13-7 0,-5 0 0,-1 1 0,-52-14 0,29 18 342,51 7-449,-1 1 0,1 0 1,0 1-1,0-1 0,0 0 1,0 1-1,0 0 0,0 0 1,0 0-1,0 0 0,0 0 1,0 0-1,1 1 0,-1-1 1,-3 3-1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7:23.926"/>
    </inkml:context>
    <inkml:brush xml:id="br0">
      <inkml:brushProperty name="width" value="0.35" units="cm"/>
      <inkml:brushProperty name="height" value="0.35" units="cm"/>
      <inkml:brushProperty name="color" value="#FFFFFF"/>
    </inkml:brush>
  </inkml:definitions>
  <inkml:trace contextRef="#ctx0" brushRef="#br0">1 277 24575,'3301'0'0,"-3265"-3"0,1-1 0,-2-2 0,56-16 0,-81 20 0,4-3 0,1 0 0,-1-1 0,0-1 0,-1 0 0,1-1 0,20-15 0,-3 3 0,-21 14 0,0 0 0,0-1 0,12-11 0,-19 14 0,0 1 0,0-1 0,0 1 0,0-1 0,-1 0 0,0 0 0,1 0 0,-1-1 0,-1 1 0,1 0 0,-1-1 0,2-6 0,1-52 0,-4 79 0,1 29 0,-1 1 0,-8 45 0,2-67 0,-2-1 0,0 0 0,-21 42 0,25-59-97,0-1-1,0 1 1,0-1-1,-1 0 1,1 0-1,-2 0 1,1-1-1,0 1 1,-1-1-1,0 0 1,0-1-1,0 0 0,-11 5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41.601"/>
    </inkml:context>
    <inkml:brush xml:id="br0">
      <inkml:brushProperty name="width" value="0.35" units="cm"/>
      <inkml:brushProperty name="height" value="0.35" units="cm"/>
      <inkml:brushProperty name="color" value="#FFFFFF"/>
    </inkml:brush>
  </inkml:definitions>
  <inkml:trace contextRef="#ctx0" brushRef="#br0">234 125 24557,'0'-1'0,"0"0"0,-1 0 0,1-1 0,-1-1 0,-1 0 0,1 0 0,-2 0 0,1-1 0,-1 0 0,0 0 0,-1-1 0,0 1 0,0 0 0,-1-1 0,-1 1 0,0-1 0,0 1 0,-1 0 0,1 0 0,-2 1 0,1 0 0,-1 0 0,-1 1 0,1 0 0,0 0 0,-1 1 0,1 0 0,-1 1 0,0 1 0,1 0 0,0 1 0,0 1 0,0 0 0,1 0 0,-1 2 0,2-1 0,0 2 0,0 0 0,1 1 0,1 0 0,0 0 0,1 1 0,0 1 0,2 0 0,0 0 0,0 1 0,2 0 0,0 0 0,1 0 0,1 1 0,0 0 0,1 0 0,1-1 0,0 1 0,1 0 0,0 0 0,2 0 0,-1 0 0,1-1 0,1 1 0,-1-2 0,1 1 0,1 0 0,0-1 0,-1 0 0,1-1 0,0 1 0,0-2 0,-1 1 0,1-1 0,-1 0 0,0 0 0,1-2 0,-2 1 0,0-1 0,0 0 0,0 0 0,-1-1 0,-1 0 0,1 0 0,-2-1 0,1 0 0,-2 0 0,0 0 0,1-1 0,-2 0 0,0 0 0,-1 0 0,0-1 0,0 1 0,-1-1 0,0 0 0,0 0 0,0-1 0,-1 1 0,0-1 0,0 0 0,1-1 0,-1 0 0,0 0 0,1 0 0,0 0 0,0-1 0,1 0 0,0-1 0,0 1 0,1-1 0,-1-1 0,2 1 0,0-1 0,0-1 0,0 0 0,1 0 0,0-1 0,1 0 0,0-1 0,0 0 0,0 0 0,1-1 0,-1-1 0,2 1 0,-1-1 0,0-1 0,0 0 0,0 0 0,0-1 0,0 0 0,0 0 0,-1-1 0,0 0 0,0 0 0,0 0 0,-2 0 0,1-1 0,-1 1 0,0 0 0,-1-1 0,0 1 0,-1 0 0,-1 0 0,0 1 0,-1-1 0,-1 1 0,0 1 0,-1 0 0,0 0 0,-1 1 0,-1 0 0,0 1 0,-1 1 0,0 0 0,-1 1 0,-1 1 0,0 0 0,1 1 0,-2 0 0,1 1 0,-2 1 0,1 1 0,0 0 0,0 1 0,-1 1 0,1 0 0,-1 1 0,1 1 0,0-1 0,0 2 0,0-1 0,1 2 0,0 0 0,0-1 0,1 2 0,0-1 0,0 1 0,1 0 0,0 0 0,1-1 0,0 1 0,0 0 0,1 0 0,1-1 0,0 0 0,0 0 0,0 0 0,1-1 0,0 0 0,0-1 0,1 0 0,-1 0 0,1 0 0,0-2 0,0 0 0,0 0 0,0-1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39.24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54.235"/>
    </inkml:context>
    <inkml:brush xml:id="br0">
      <inkml:brushProperty name="width" value="0.35" units="cm"/>
      <inkml:brushProperty name="height" value="0.35" units="cm"/>
      <inkml:brushProperty name="color" value="#FFFFFF"/>
    </inkml:brush>
  </inkml:definitions>
  <inkml:trace contextRef="#ctx0" brushRef="#br0">0 0 24571,'0'625'0,"2915"-625"0,-2915-625 0,-2915 625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44.33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44.50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45.25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45.45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45.90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57.58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57.83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58.06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8:59.94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9:00.79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9:01.84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9:05.149"/>
    </inkml:context>
    <inkml:brush xml:id="br0">
      <inkml:brushProperty name="width" value="0.35" units="cm"/>
      <inkml:brushProperty name="height" value="0.35" units="cm"/>
      <inkml:brushProperty name="color" value="#FFFFFF"/>
    </inkml:brush>
  </inkml:definitions>
  <inkml:trace contextRef="#ctx0" brushRef="#br0">0 128 24575,'7'0'0,"89"-1"0,132 17 0,150 22 0,-342-38 0,12 1 0,57 7 0,1 5 0,-46-7 0,93 23 0,-107-16 0,1-2 0,0-2 0,1-2 0,65 1 0,-99-8 0,-1 1 0,1 0 0,-1 1 0,0 0 0,1 1 0,-1 0 0,22 10 0,-17-7 0,0 0 0,0-1 0,0-1 0,1-1 0,24 1 0,95-5 0,14 0 0,-75 13 0,-49-6 0,34 1 0,372-4 0,-224-5 0,-190 0 0,0 0 0,-1-1 0,1-1 0,-1-1 0,0-1 0,19-8 0,-4 2 0,-30 10 0,1 0 0,0-1 0,-1 1 0,1-1 0,-1-1 0,0 1 0,0 0 0,0-1 0,-1 0 0,1 0 0,-1 0 0,0 0 0,0-1 0,0 1 0,-1-1 0,1 1 0,-1-1 0,0 0 0,-1 0 0,1 0 0,-1 0 0,0-1 0,0 1 0,-1 0 0,1 0 0,-1 0 0,0-1 0,-1 1 0,1 0 0,-1 0 0,0-1 0,-1 1 0,1 0 0,-1 0 0,0 0 0,0 1 0,0-1 0,-1 0 0,0 1 0,-4-7 0,-7-2-105,0 0 0,0 1 0,-1 0 0,0 1 0,-1 1 0,-1 1 0,1 0 0,-2 1 0,1 1 0,-1 1 0,0 0 0,-32-6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9:07.615"/>
    </inkml:context>
    <inkml:brush xml:id="br0">
      <inkml:brushProperty name="width" value="0.35" units="cm"/>
      <inkml:brushProperty name="height" value="0.35" units="cm"/>
      <inkml:brushProperty name="color" value="#FFFFFF"/>
    </inkml:brush>
  </inkml:definitions>
  <inkml:trace contextRef="#ctx0" brushRef="#br0">1065 27 24575,'-499'0'0,"473"-2"0,0 0 0,-30-8 0,27 5 0,-43-3 0,-285 9-1365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9:40.198"/>
    </inkml:context>
    <inkml:brush xml:id="br0">
      <inkml:brushProperty name="width" value="0.35" units="cm"/>
      <inkml:brushProperty name="height" value="0.35" units="cm"/>
      <inkml:brushProperty name="color" value="#FFFFFF"/>
    </inkml:brush>
  </inkml:definitions>
  <inkml:trace contextRef="#ctx0" brushRef="#br0">0 579 24575,'1380'0'0,"-1345"-2"0,57-9 0,21-3 0,101 15 0,38-3 0,-247 1 0,0 0 0,0 0 0,0 0 0,0-1 0,0 1 0,0-1 0,6-4 0,-10 6 0,-1-1 0,1 1 0,-1 0 0,1-1 0,0 1 0,-1-1 0,1 1 0,-1-1 0,1 1 0,-1-1 0,1 1 0,-1-1 0,0 1 0,1-1 0,-1 0 0,0 1 0,1-1 0,-1 0 0,0 1 0,0-1 0,1 0 0,-1-1 0,-1 1 0,1 1 0,-1-1 0,1 0 0,-1 0 0,1 0 0,-1 0 0,0 0 0,1 1 0,-1-1 0,0 0 0,0 1 0,0-1 0,1 0 0,-1 1 0,0-1 0,0 1 0,0 0 0,0-1 0,0 1 0,0 0 0,-2-1 0,-8-2 0,0 0 0,-1 0 0,1 1 0,-1 0 0,0 1 0,0 1 0,1 0 0,-21 2 0,-8 5 0,-48 13 0,53-10 0,-57 7 0,-222-13 0,168-6 0,101 2 0,-1 2 0,-70 12 0,19 1 0,-17 2 0,-9 11 0,-1-6 0,0-6 0,-192 2 0,307-18 0,1 0 0,-1 1 0,1 0 0,-16 4 0,22-5 0,0 0 0,0 1 0,1-1 0,-1 1 0,0 0 0,1-1 0,-1 1 0,1 0 0,-1 0 0,1 0 0,-1 0 0,1 0 0,-1 1 0,1-1 0,0 0 0,0 0 0,0 1 0,0-1 0,0 1 0,0-1 0,0 1 0,0 0 0,1-1 0,-1 1 0,0 0 0,1-1 0,0 1 0,-1 0 0,1 3 0,0-4 0,1 1 0,-1-1 0,1 1 0,-1-1 0,1 1 0,0-1 0,-1 0 0,1 1 0,0-1 0,0 0 0,0 1 0,0-1 0,0 0 0,0 0 0,1 0 0,-1 0 0,0 0 0,0 0 0,1 0 0,-1-1 0,1 1 0,-1 0 0,1-1 0,-1 1 0,1-1 0,-1 0 0,1 1 0,2-1 0,49 6 0,-50-6 0,34 1 0,-5-1 0,0 2 0,44 8 0,-50-5 0,23 6 0,0-2 0,89 3 0,349-13 0,-461 0 0,0-2 0,30-6 0,-28 3 0,45-2 0,-8 4 0,82-18 0,-87 12 0,110-6 0,514 17 0,-649-3 0,56-9 0,17-3 0,172 13 0,-177 2 0,-125 1 0,0 0 0,0 2 0,1 0 0,-1 2 0,1 0 0,-39 18 0,22-2 0,31-17 0,-1 0 0,1-1 0,-1 0 0,0-1 0,0 1 0,0-2 0,0 1 0,-10 1 0,-18-1 0,32-3 0,20-1 0,-16 1 0,29-2 0,1-2 0,-1-1 0,31-10 0,-29 7 0,-1 1 0,60-6 0,371 12 0,-223 3 0,181-2 0,-399 1 0,-1 1 0,36 8 0,-34-5 0,0-1 0,25 1 0,-31-5 0,127-1 0,-136 0 0,0 0 0,0-1 0,-1 1 0,1-1 0,0 0 0,-1 0 0,0-1 0,1 0 0,-1 0 0,0 0 0,5-4 0,4-6 0,1 0 0,12-16 0,-17 17 0,0 1 0,1 0 0,1 1 0,12-9 0,-12 12 0,0-1 0,-1 0 0,0-1 0,0 0 0,-1-1 0,0 0 0,14-20 0,-22 27 0,1-1 0,-1 0 0,-1 1 0,1-1 0,0 0 0,-1 0 0,0 0 0,0 0 0,0 0 0,0 0 0,-1 0 0,0-1 0,0 1 0,0 0 0,0 0 0,0 0 0,-1 0 0,0 0 0,0-1 0,0 1 0,0 1 0,-1-1 0,0 0 0,0 0 0,0 0 0,0 1 0,0-1 0,-1 1 0,-4-6 0,-1 3 0,1-1 0,-1 1 0,0 1 0,0 0 0,-1 0 0,1 0 0,-1 1 0,0 1 0,0-1 0,-19-3 0,-37-16 0,48 16 0,0 1 0,-1 0 0,0 2 0,0 0 0,-1 1 0,1 1 0,-1 0 0,-29 2 0,15 0 0,-47-7 0,21-3 0,6 3 0,-87-26 0,108 25 0,0 1 0,-1 2 0,-50-2 0,-8-1 0,-42-18 0,33 10 0,30 6 0,37 6 0,-60-1 0,62 5 0,1-1 0,-46-9 0,40 4 0,1 2 0,-59 1 0,-2-1 0,31-8 0,48 8 0,-1 1 0,-19-2 0,-80 5 0,-23-1 0,-3-23 0,-157-5 0,203 17 0,42 5 0,-58-1 0,-582 9 0,654-2 0,-55-11 0,52 6 0,-50-2 0,36 7 0,-117 4 0,169-2 0,0-1 0,0 1 0,0 0 0,0 1 0,0-1 0,1 1 0,-1 0 0,1 1 0,-1-1 0,1 1 0,0 0 0,0 0 0,0 1 0,0 0 0,1-1 0,0 2 0,-1-1 0,1 0 0,1 1 0,-1 0 0,1 0 0,0 0 0,0 0 0,0 0 0,1 1 0,-1-1 0,1 1 0,1 0 0,-1 0 0,1-1 0,-1 12 0,1 0 0,-1-2 0,1 1 0,1-1 0,0 1 0,1 0 0,1-1 0,6 29 0,-6-42 0,-1 1 0,1-1 0,-1 1 0,1-1 0,0 0 0,0 0 0,0 0 0,0 0 0,0 0 0,0-1 0,0 1 0,1-1 0,-1 1 0,1-1 0,-1 0 0,1 0 0,-1 0 0,1 0 0,0 0 0,-1-1 0,1 1 0,4-1 0,8 2 0,0-2 0,0 0 0,16-2 0,-11 1 0,11 0 0,0-2 0,52-12 0,-45 8 0,1 3 0,1 1 0,-1 1 0,47 5 0,1 0 0,-42-3 0,-10-2 0,1 2 0,0 2 0,0 1 0,-1 2 0,67 17 0,-72-14 0,1-2 0,-1-1 0,1-1 0,0-2 0,58-2 0,-43-1 0,79 9 0,22 17 0,-46-6 0,119 6 0,-131-16 0,-1 4 0,109 29 0,-94-18 0,-66-16 0,74 16 0,128 45 0,-222-64 0,1 0 0,0-2 0,0 0 0,0-1 0,28 0 0,0 0 0,27 10 0,-52-8 0,-1 0 0,24 0 0,247-3 0,-136-2 0,-151 1 0,1 0 0,0 0 0,0 0 0,0-1 0,0 0 0,0 0 0,-1 0 0,1 0 0,0-1 0,-1 0 0,1 0 0,-1 0 0,0 0 0,0-1 0,5-3 0,-6 2 0,0 1 0,0-1 0,0 0 0,-1 0 0,1 0 0,-1 0 0,0 0 0,0-1 0,-1 1 0,1-1 0,-1 1 0,0-1 0,0 1 0,-1-1 0,1 0 0,-1-4 0,0 5 0,1-103 0,-1 98 0,-1 1 0,0-1 0,-1 0 0,0 0 0,0 0 0,-1 1 0,0-1 0,0 1 0,-7-13 0,8 19-114,0-1 1,0 1-1,-1 0 0,1-1 0,0 1 1,-1 0-1,0 0 0,1 1 0,-1-1 1,0 0-1,-4-1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29:55.173"/>
    </inkml:context>
    <inkml:brush xml:id="br0">
      <inkml:brushProperty name="width" value="0.35" units="cm"/>
      <inkml:brushProperty name="height" value="0.35" units="cm"/>
      <inkml:brushProperty name="color" value="#FFFFFF"/>
    </inkml:brush>
  </inkml:definitions>
  <inkml:trace contextRef="#ctx0" brushRef="#br0">1 889 24575,'1'-7'0,"0"-1"0,1 1 0,0 0 0,0 0 0,0 0 0,5-7 0,0-5 0,68-191 0,106-273 0,-165 439 0,-13 32 0,1 0 0,1 0 0,0 1 0,7-13 0,-12 24 0,1 0 0,-1 0 0,0-1 0,0 1 0,0 0 0,0 0 0,0-1 0,0 1 0,0 0 0,1 0 0,-1-1 0,0 1 0,0 0 0,0 0 0,1 0 0,-1-1 0,0 1 0,0 0 0,0 0 0,1 0 0,-1 0 0,0 0 0,0 0 0,1 0 0,-1-1 0,0 1 0,1 0 0,-1 0 0,0 0 0,0 0 0,1 0 0,-1 0 0,0 0 0,0 0 0,1 0 0,-1 0 0,0 1 0,1-1 0,4 11 0,-3 19 0,-2-30 0,1 323 0,-3-138 0,3-175 0,0 0 0,1 0 0,0 0 0,0-1 0,1 1 0,0-1 0,9 16 0,-8-17 0,0 1 0,0 1 0,-1-1 0,0 0 0,-1 1 0,0-1 0,1 17 0,-3-18 0,-1 0 0,0 0 0,0-1 0,-1 1 0,0 0 0,-1-1 0,1 1 0,-5 7 0,-34 55 0,20-35 0,-39 53 0,16-27 0,43-60 0,0 0 0,0 0 0,0 1 0,0-1 0,0 0 0,1 0 0,-1 1 0,0-1 0,1 1 0,-1-1 0,1 1 0,-1-1 0,1 1 0,0-1 0,0 1 0,-1-1 0,1 1 0,0-1 0,0 1 0,1 0 0,-1-1 0,0 1 0,0-1 0,1 1 0,-1-1 0,2 3 0,0-3 0,-1 0 0,1 0 0,-1 0 0,1 0 0,0 0 0,-1-1 0,1 1 0,0-1 0,0 1 0,-1-1 0,1 0 0,0 1 0,0-1 0,0 0 0,0 0 0,-1 0 0,1-1 0,0 1 0,0 0 0,0-1 0,-1 1 0,4-2 0,71-22 0,73-34 0,-2 0 0,-124 49 0,-1-2 0,0 0 0,27-19 0,-41 26 0,-1 0 0,1 1 0,0 0 0,0 0 0,0 1 0,1 0 0,-1 0 0,0 1 0,12 0 0,82 3 0,-47 1 0,47-4 0,79 3 0,-87 13 0,-34-5 0,0 1 0,-28-5 0,62 4 0,37-12 0,65 4 0,-177 0 0,0 2 0,0 0 0,30 11 0,-32-8 0,1-2 0,0 0 0,0-1 0,24 2 0,94 7 0,32 1 0,665-13 0,-399-3 0,-433 2 0,32 1 0,0-2 0,0-1 0,61-12 0,-48 2 0,1 3 0,0 1 0,61-1 0,-90 8 0,0 0 0,0-1 0,0-1 0,21-7 0,-28 7 0,-1 0 0,0-1 0,0-1 0,-1 0 0,0 0 0,1 0 0,-2-1 0,14-12 0,-18 14 0,0-1 0,-1 0 0,1-1 0,-1 1 0,0 0 0,-1-1 0,1 0 0,-1 0 0,0 1 0,-1-1 0,1-1 0,-1 1 0,0 0 0,-1 0 0,1 0 0,-1 0 0,-1-1 0,-1-10 0,1 6 0,-1-1 0,-1 1 0,1 0 0,-2 0 0,0 1 0,0-1 0,-1 1 0,0 0 0,-9-14 0,7 16 0,0 0 0,0 0 0,-1 1 0,0 1 0,0-1 0,-1 1 0,-10-6 0,-71-31 0,48 25 0,4 2 0,-1 3 0,-41-9 0,17 4 0,-25-5 0,37 10 0,-92-36 0,-62-23 0,122 49 0,-90-31 0,156 48 0,-1 1 0,0 1 0,-1 0 0,-36-1 0,-78 5 0,70 2 0,-467-1 0,475 2 0,1 2 0,-62 15 0,63-10 0,-1-2 0,-70 1 0,-1115-10 0,1227 1 0,0 0 0,0 1 0,0 1 0,1 0 0,-1 1 0,0 0 0,1 0 0,0 1 0,0 1 0,0 0 0,-12 8 0,19-10 0,0 0 0,0 0 0,0 0 0,0 1 0,1-1 0,-1 1 0,1 0 0,0 0 0,0 1 0,0-1 0,1 0 0,0 1 0,0 0 0,0-1 0,0 1 0,1 0 0,-1 0 0,1 0 0,1 0 0,-1 0 0,1 0 0,0 0 0,0 0 0,0 1 0,0-1 0,1 0 0,0 0 0,3 7 0,-3-6 0,2 0 0,-1 0 0,1 0 0,0 0 0,0 0 0,0-1 0,1 1 0,0-1 0,0 0 0,0 0 0,1-1 0,-1 1 0,1-1 0,0 0 0,10 6 0,4 1 0,2-1 0,-1-1 0,27 8 0,13 5 0,-4 1 0,108 28 0,-131-45 0,1-2 0,-1-1 0,1-2 0,47-4 0,-2 1 0,1268 2 0,-1307-2 0,56-10 0,29-1 0,391 12 0,-247 3 0,-254-1 0,0 0 0,-1 1 0,1 1 0,-1 1 0,0 0 0,0 0 0,0 2 0,0 0 0,-1 0 0,23 15 0,-30-18 66,0 0 0,0 0-1,0-1 1,12 3 0,-13-4-236,0 0 1,-1 0 0,1 1-1,0-1 1,-1 1-1,1 1 1,-1-1 0,0 1-1,5 3 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30:03.623"/>
    </inkml:context>
    <inkml:brush xml:id="br0">
      <inkml:brushProperty name="width" value="0.35" units="cm"/>
      <inkml:brushProperty name="height" value="0.35" units="cm"/>
      <inkml:brushProperty name="color" value="#FFFFFF"/>
    </inkml:brush>
  </inkml:definitions>
  <inkml:trace contextRef="#ctx0" brushRef="#br0">0 0 24532,'0'483'0,"1919"-483"0,-1919-483 0,-1919 483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30:12.226"/>
    </inkml:context>
    <inkml:brush xml:id="br0">
      <inkml:brushProperty name="width" value="0.35" units="cm"/>
      <inkml:brushProperty name="height" value="0.35" units="cm"/>
      <inkml:brushProperty name="color" value="#FFFFFF"/>
    </inkml:brush>
  </inkml:definitions>
  <inkml:trace contextRef="#ctx0" brushRef="#br0">456 589 24574,'0'0'0,"1"2"0,0 0 0,1 1 0,0 0 0,2 1 0,0 1 0,1 0 0,1 0 0,0 1 0,2 0 0,0-1 0,2 1 0,0 0 0,1 0 0,1 0 0,1-1 0,1-1 0,0 1 0,1-1 0,0-2 0,1 0 0,0 0 0,0-1 0,1-1 0,0-2 0,0 0 0,0-1 0,-1-1 0,0-1 0,-1-1 0,1-1 0,-2-2 0,0 0 0,-2-1 0,0-1 0,-1-1 0,-1-1 0,-2-1 0,-1-1 0,-1 0 0,-2-1 0,-2 0 0,0-1 0,-3-1 0,-1 1 0,-1-2 0,-2 1 0,-1 0 0,-2-1 0,-2 0 0,-1 1 0,-2 0 0,-1 0 0,-1 0 0,-1 1 0,-2 0 0,0 0 0,-2 1 0,-1 1 0,0-1 0,-1 2 0,0 1 0,-1-1 0,0 2 0,0 0 0,-1 1 0,1 1 0,0 0 0,0 1 0,1 0 0,-1 2 0,2 0 0,0 0 0,1 1 0,0 0 0,1 1 0,2 0 0,0 1 0,1 0 0,1 0 0,1 1 0,2 0 0,0 0 0,2 1 0,0-1 0,2 1 0,0 0 0,2 1 0,0-1 0,1 0 0,1 1 0,1-1 0,1 1 0,-1 0 0,2 0 0,0 0 0,1 0 0,-1 1 0,1 0 0,0 1 0,0 1 0,0-1 0,0 2 0,-1-1 0,0 2 0,0 0 0,-1 0 0,0 2 0,-1 0 0,0 1 0,0 1 0,-1 1 0,-1 1 0,0 1 0,-1 0 0,0 2 0,0 1 0,-1 1 0,0 1 0,-1 0 0,1 2 0,-1 1 0,0 1 0,0 0 0,0 1 0,0 2 0,1 0 0,0 0 0,0 1 0,0 1 0,1 0 0,1 1 0,0 0 0,1-1 0,1 1 0,0 0 0,2 0 0,0 0 0,2-1 0,-1 0 0,3 0 0,0-2 0,2 1 0,0-3 0,1 0 0,2 0 0,0-2 0,1-1 0,2-2 0,0 0 0,1-2 0,1-2 0,0 0 0,1-3 0,1-1 0,0-1 0,0-2 0,1-1 0,0-2 0,0-1 0,0-2 0,0-1 0,0-2 0,0-1 0,-1-1 0,0-1 0,0-1 0,-1-2 0,-1 0 0,0-1 0,-1-1 0,0 0 0,-2-1 0,0 0 0,-1-1 0,-1 0 0,-1 1 0,0-1 0,-2 0 0,0 0 0,-1 1 0,0 0 0,-2 1 0,0 0 0,-1 2 0,0-1 0,-1 1 0,0 1 0,-1 2 0,0 0 0,1 1 0,-2 0 0,1 2 0,0 1 0,1 1 0,-1 0 0,1 2 0,0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30:21.751"/>
    </inkml:context>
    <inkml:brush xml:id="br0">
      <inkml:brushProperty name="width" value="0.35" units="cm"/>
      <inkml:brushProperty name="height" value="0.35" units="cm"/>
      <inkml:brushProperty name="color" value="#FFFFFF"/>
    </inkml:brush>
  </inkml:definitions>
  <inkml:trace contextRef="#ctx0" brushRef="#br0">36 357 24575,'26'-2'0,"-1"0"0,46-12 0,-39 7 0,-1 1 0,0-1 0,-1-2 0,57-23 0,-73 26 0,0 1 0,0 1 0,0 0 0,1 1 0,-1 0 0,29-1 0,-67 2 0,0-1 0,0-1 0,1-1 0,-1-1 0,1-1 0,-27-13 0,-22-3 0,56 19 0,1 0 0,-1-1 0,1-1 0,1 0 0,-1-1 0,-21-14 0,29 16 0,-1 0 0,0 1 0,-16-6 0,18 7 0,-1 1 0,1-1 0,0 0 0,0-1 0,0 0 0,-9-7 0,14 11 0,1-1 0,-1 1 0,1 0 0,0-1 0,-1 1 0,1-1 0,-1 1 0,1 0 0,0-1 0,-1 1 0,1-1 0,0 1 0,0-1 0,-1 1 0,1-1 0,0 1 0,0-1 0,0 0 0,0 1 0,0-1 0,0 1 0,-1-1 0,1 1 0,1-1 0,-1 0 0,0 1 0,0-1 0,0 1 0,0-2 0,15-7 0,26 3 0,-16 5 0,22 0 0,1-3 0,-1-1 0,73-19 0,-119 23 0,1 0 0,-1 1 0,0-1 0,1 1 0,-1-1 0,0 1 0,1 0 0,-1-1 0,1 1 0,-1 0 0,1 0 0,-1 0 0,1 0 0,-1 0 0,1 0 0,-1 0 0,0 1 0,1-1 0,-1 1 0,1-1 0,-1 1 0,0-1 0,1 1 0,-1 0 0,0-1 0,0 1 0,0 0 0,1 0 0,1 2 0,-3 0 0,1-1 0,-1 1 0,1-1 0,-1 1 0,0-1 0,0 1 0,0-1 0,0 1 0,0-1 0,0 1 0,-1-1 0,1 1 0,-1-1 0,0 1 0,0-1 0,0 1 0,-1 2 0,-18 36 0,14-28 0,0-1 0,0 0 0,1 1 0,1 0 0,-5 26 0,6-25 0,0 1 0,-1-1 0,0 0 0,-1 0 0,0 0 0,-2 0 0,-14 24 0,16-29 0,1 0 0,0 0 0,0 1 0,1-1 0,1 1 0,-1 0 0,-1 17 0,3 3 0,2 38 0,-2 20 0,0-81 0,-1 0 0,0-1 0,0 1 0,-1-1 0,0 1 0,0-1 0,-1 0 0,1-1 0,-1 1 0,0 0 0,-6 4 0,-16 26 0,25-34 0,0 0 0,0 0 0,0 0 0,0 0 0,-1-1 0,1 1 0,0 0 0,-1-1 0,1 1 0,-1-1 0,0 0 0,0 1 0,1-1 0,-1 0 0,0 0 0,0 0 0,0 0 0,0-1 0,0 1 0,0 0 0,0-1 0,0 0 0,-1 1 0,1-1 0,-2 0 0,2-1 0,0 1 0,0-1 0,0 0 0,0 1 0,0-1 0,0 0 0,0 0 0,1-1 0,-1 1 0,0 0 0,1 0 0,-1-1 0,1 1 0,-1-1 0,1 0 0,0 1 0,-1-1 0,1 0 0,0 0 0,0 0 0,0 0 0,1 1 0,-1-1 0,0-1 0,0-2 0,-1-3 0,0 1 0,1-1 0,0 1 0,0-1 0,0 0 0,1 0 0,1 1 0,1-12 0,-2 16 0,1 1 0,-1-1 0,1 0 0,0 1 0,0-1 0,1 1 0,-1-1 0,0 1 0,1 0 0,-1-1 0,1 1 0,0 0 0,0 0 0,0 0 0,0 0 0,0 1 0,0-1 0,0 0 0,1 1 0,-1 0 0,0-1 0,1 1 0,-1 0 0,1 0 0,0 0 0,4 0 0,19-2 0,-1 1 0,1 1 0,50 4 0,-6 1 0,470-4 0,-536 0 0,0 0 0,0 0 0,-1 0 0,1 1 0,0-1 0,0 1 0,-1 0 0,1 0 0,-1 0 0,1 1 0,-1-1 0,1 1 0,5 3 0,-8-3 0,0-1 0,1 1 0,-1-1 0,0 1 0,0 0 0,-1-1 0,1 1 0,0 0 0,-1 0 0,1 0 0,-1-1 0,1 1 0,-1 0 0,0 0 0,0 0 0,0 0 0,0 0 0,0 0 0,0 0 0,0 0 0,-1-1 0,1 1 0,-1 0 0,1 0 0,-1 0 0,0-1 0,1 1 0,-1 0 0,-2 1 0,-5 13 0,-1-1 0,-1-1 0,0 0 0,-1 0 0,-22 21 0,33-35 0,-1 1 0,1-1 0,0 0 0,0 0 0,0 0 0,0 0 0,0 0 0,0 0 0,-1 0 0,1 1 0,0-1 0,0 0 0,0 0 0,0 0 0,0 0 0,-1 0 0,1 0 0,0 0 0,0 0 0,0 0 0,0 0 0,-1 0 0,1 0 0,0 0 0,0 0 0,0 0 0,0 0 0,0 0 0,-1 0 0,1 0 0,0 0 0,0 0 0,0 0 0,0 0 0,-1 0 0,1 0 0,0-1 0,0 1 0,0 0 0,0 0 0,0 0 0,0 0 0,-1 0 0,1 0 0,0-1 0,0 1 0,0 0 0,0 0 0,-3-12 0,2-17 0,1 28 0,0-35 0,-2-89 0,1 106 0,-2 1 0,0 1 0,-2-1 0,1 0 0,-9-16 0,-22-41 0,25 57 0,0-1 0,2 0 0,0 0 0,1 0 0,1-1 0,-6-35 0,12 48 0,-1 1 0,0-1 0,0 1 0,-1 0 0,0 0 0,0 0 0,0 0 0,-1 0 0,0 0 0,0 0 0,-5-6 0,7 11 0,0 0 0,0 0 0,0-1 0,0 1 0,0 0 0,1-1 0,-1 1 0,0-1 0,1 1 0,-1-1 0,1 1 0,0-1 0,-1 1 0,1-1 0,0 0 0,0 1 0,0-1 0,0 1 0,0-1 0,1-2 0,0 2 0,0 1 0,0 0 0,-1 0 0,1 0 0,0 0 0,0 0 0,1 0 0,-1 0 0,0 0 0,0 0 0,0 0 0,1 1 0,-1-1 0,0 0 0,0 1 0,1-1 0,-1 1 0,2-1 0,9-1 0,1 0 0,-1 1 0,0 1 0,16 0 0,-17 1 0,81-2 0,83 5 0,-174-4 0,24 6 0,-25-6 0,0 0 0,1 0 0,-1 1 0,1-1 0,-1 1 0,0-1 0,1 0 0,-1 1 0,0-1 0,1 1 0,-1-1 0,0 1 0,0-1 0,1 1 0,-1-1 0,0 1 0,0-1 0,0 1 0,0-1 0,0 1 0,0-1 0,1 1 0,-1-1 0,-1 1 0,1-1 0,0 1 0,0 0 0,0-1 0,0 1 0,0-1 0,0 1 0,-1-1 0,1 1 0,0-1 0,0 1 0,-1-1 0,1 0 0,0 1 0,-1-1 0,1 1 0,0-1 0,-1 1 0,-11 16-1365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7T06:30:25.922"/>
    </inkml:context>
    <inkml:brush xml:id="br0">
      <inkml:brushProperty name="width" value="0.35" units="cm"/>
      <inkml:brushProperty name="height" value="0.35" units="cm"/>
      <inkml:brushProperty name="color" value="#FFFFFF"/>
    </inkml:brush>
  </inkml:definitions>
  <inkml:trace contextRef="#ctx0" brushRef="#br0">27 657 24575,'436'0'0,"-402"-2"0,57-9 0,-56 5 0,53-2 0,-70 9 0,0-1 0,0-1 0,-1-1 0,1 0 0,0-1 0,-1-1 0,1-1 0,22-10 0,-17 6 0,0 0 0,1 2 0,-1 1 0,1 0 0,1 2 0,27-2 0,149 6 0,7-1 0,-128-11 0,-52 7 0,47-4 0,-70 9 0,0 0 0,1 0 0,-1-1 0,0 0 0,0 0 0,0-1 0,0 1 0,0-1 0,0 0 0,-1 0 0,8-5 0,-9 4 0,0 1 0,0-1 0,0 0 0,0 0 0,-1 0 0,0 0 0,1 0 0,-1 0 0,0-1 0,-1 1 0,1-1 0,0 1 0,-1-1 0,0 0 0,0 0 0,1-5 0,1-26 0,0 0 0,-2-1 0,-8-66 0,6 93 0,0 0 0,0 1 0,-1-1 0,-1 0 0,1 0 0,-1 1 0,-1-1 0,-7-12 0,8 16 0,0 1 0,-1 0 0,1-1 0,-1 2 0,-1-1 0,1 0 0,0 1 0,-1 0 0,1 0 0,-1 0 0,0 0 0,0 1 0,0 0 0,-11-3 0,-55-9 0,52 11 0,-1-1 0,-30-9 0,25 5 0,-1 1 0,-1 1 0,1 1 0,-39-1 0,51 5 0,-64-10 0,47 5 0,-43-1 0,-577 6 0,315 3 0,328-2 0,-1 0 0,1 1 0,0 0 0,-1 0 0,1 1 0,0 0 0,0 1 0,0 0 0,1 0 0,-1 0 0,1 1 0,-1 0 0,-9 8 0,13-8 0,0-1 0,0 1 0,1 0 0,-1 0 0,1 0 0,0 0 0,0 1 0,1 0 0,-1-1 0,1 1 0,0 0 0,0 0 0,1 0 0,-1 0 0,1 0 0,1 0 0,-1 1 0,0-1 0,1 0 0,0 0 0,1 1 0,0 7 0,0-7 0,0 0 0,1 0 0,-1 0 0,1 0 0,1 0 0,-1 0 0,1-1 0,0 1 0,0-1 0,0 1 0,1-1 0,0 0 0,0-1 0,0 1 0,1-1 0,0 0 0,-1 0 0,1 0 0,1 0 0,-1-1 0,0 0 0,1 0 0,0-1 0,0 1 0,0-1 0,0 0 0,7 1 0,17 2 0,-1-1 0,1-1 0,0-2 0,45-3 0,-30 1 0,757-1 0,-431 3 0,-366-1 16,41 3 305,-45-3-398,1 0-1,0 1 1,0-1 0,-1 1-1,1-1 1,0 1 0,0 0-1,-1 0 1,1 0-1,-1 0 1,1 0 0,-1 0-1,1 0 1,-1 0 0,0 0-1,1 1 1,-1-1-1,0 0 1,0 1 0,0-1-1,1 3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1489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customXml" Target="../ink/ink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customXml" Target="../ink/ink7.xml"/><Relationship Id="rId18" Type="http://schemas.openxmlformats.org/officeDocument/2006/relationships/customXml" Target="../ink/ink10.xml"/><Relationship Id="rId3" Type="http://schemas.openxmlformats.org/officeDocument/2006/relationships/image" Target="../media/image17.png"/><Relationship Id="rId7" Type="http://schemas.openxmlformats.org/officeDocument/2006/relationships/customXml" Target="../ink/ink4.xml"/><Relationship Id="rId12" Type="http://schemas.openxmlformats.org/officeDocument/2006/relationships/image" Target="../media/image23.png"/><Relationship Id="rId17" Type="http://schemas.openxmlformats.org/officeDocument/2006/relationships/customXml" Target="../ink/ink9.xml"/><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customXml" Target="../ink/ink12.xml"/><Relationship Id="rId1" Type="http://schemas.openxmlformats.org/officeDocument/2006/relationships/slideLayout" Target="../slideLayouts/slideLayout6.xml"/><Relationship Id="rId6" Type="http://schemas.openxmlformats.org/officeDocument/2006/relationships/image" Target="../media/image20.png"/><Relationship Id="rId11" Type="http://schemas.openxmlformats.org/officeDocument/2006/relationships/customXml" Target="../ink/ink6.xml"/><Relationship Id="rId5" Type="http://schemas.openxmlformats.org/officeDocument/2006/relationships/image" Target="../media/image19.png"/><Relationship Id="rId15" Type="http://schemas.openxmlformats.org/officeDocument/2006/relationships/customXml" Target="../ink/ink8.xml"/><Relationship Id="rId10" Type="http://schemas.openxmlformats.org/officeDocument/2006/relationships/image" Target="../media/image22.png"/><Relationship Id="rId19" Type="http://schemas.openxmlformats.org/officeDocument/2006/relationships/customXml" Target="../ink/ink11.xml"/><Relationship Id="rId4" Type="http://schemas.openxmlformats.org/officeDocument/2006/relationships/image" Target="../media/image18.png"/><Relationship Id="rId9" Type="http://schemas.openxmlformats.org/officeDocument/2006/relationships/customXml" Target="../ink/ink5.xml"/><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customXml" Target="../ink/ink14.xml"/><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customXml" Target="../ink/ink13.xml"/><Relationship Id="rId11" Type="http://schemas.openxmlformats.org/officeDocument/2006/relationships/image" Target="../media/image31.png"/><Relationship Id="rId5" Type="http://schemas.openxmlformats.org/officeDocument/2006/relationships/image" Target="../media/image28.png"/><Relationship Id="rId10" Type="http://schemas.openxmlformats.org/officeDocument/2006/relationships/customXml" Target="../ink/ink15.xml"/><Relationship Id="rId4" Type="http://schemas.openxmlformats.org/officeDocument/2006/relationships/image" Target="../media/image27.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customXml" Target="../ink/ink23.xml"/><Relationship Id="rId18" Type="http://schemas.openxmlformats.org/officeDocument/2006/relationships/customXml" Target="../ink/ink28.xml"/><Relationship Id="rId3" Type="http://schemas.openxmlformats.org/officeDocument/2006/relationships/customXml" Target="../ink/ink16.xml"/><Relationship Id="rId21" Type="http://schemas.openxmlformats.org/officeDocument/2006/relationships/image" Target="../media/image34.png"/><Relationship Id="rId7" Type="http://schemas.openxmlformats.org/officeDocument/2006/relationships/customXml" Target="../ink/ink18.xml"/><Relationship Id="rId12" Type="http://schemas.openxmlformats.org/officeDocument/2006/relationships/customXml" Target="../ink/ink22.xml"/><Relationship Id="rId17" Type="http://schemas.openxmlformats.org/officeDocument/2006/relationships/customXml" Target="../ink/ink27.xml"/><Relationship Id="rId2" Type="http://schemas.openxmlformats.org/officeDocument/2006/relationships/notesSlide" Target="../notesSlides/notesSlide7.xml"/><Relationship Id="rId16" Type="http://schemas.openxmlformats.org/officeDocument/2006/relationships/customXml" Target="../ink/ink26.xml"/><Relationship Id="rId20" Type="http://schemas.openxmlformats.org/officeDocument/2006/relationships/customXml" Target="../ink/ink30.xml"/><Relationship Id="rId1" Type="http://schemas.openxmlformats.org/officeDocument/2006/relationships/slideLayout" Target="../slideLayouts/slideLayout8.xml"/><Relationship Id="rId6" Type="http://schemas.openxmlformats.org/officeDocument/2006/relationships/image" Target="../media/image25.png"/><Relationship Id="rId11" Type="http://schemas.openxmlformats.org/officeDocument/2006/relationships/customXml" Target="../ink/ink21.xml"/><Relationship Id="rId5" Type="http://schemas.openxmlformats.org/officeDocument/2006/relationships/customXml" Target="../ink/ink17.xml"/><Relationship Id="rId15" Type="http://schemas.openxmlformats.org/officeDocument/2006/relationships/customXml" Target="../ink/ink25.xml"/><Relationship Id="rId23" Type="http://schemas.openxmlformats.org/officeDocument/2006/relationships/image" Target="../media/image35.png"/><Relationship Id="rId10" Type="http://schemas.openxmlformats.org/officeDocument/2006/relationships/customXml" Target="../ink/ink20.xml"/><Relationship Id="rId19" Type="http://schemas.openxmlformats.org/officeDocument/2006/relationships/customXml" Target="../ink/ink29.xml"/><Relationship Id="rId4" Type="http://schemas.openxmlformats.org/officeDocument/2006/relationships/image" Target="../media/image32.png"/><Relationship Id="rId9" Type="http://schemas.openxmlformats.org/officeDocument/2006/relationships/customXml" Target="../ink/ink19.xml"/><Relationship Id="rId14" Type="http://schemas.openxmlformats.org/officeDocument/2006/relationships/customXml" Target="../ink/ink24.xml"/><Relationship Id="rId22" Type="http://schemas.openxmlformats.org/officeDocument/2006/relationships/customXml" Target="../ink/ink31.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37.png"/><Relationship Id="rId4" Type="http://schemas.openxmlformats.org/officeDocument/2006/relationships/customXml" Target="../ink/ink32.xml"/></Relationships>
</file>

<file path=ppt/slides/_rels/slide9.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8" Type="http://schemas.openxmlformats.org/officeDocument/2006/relationships/customXml" Target="../ink/ink36.xml"/><Relationship Id="rId3" Type="http://schemas.openxmlformats.org/officeDocument/2006/relationships/hyperlink" Target="https://grouplens.org/datasets/movielens/100k/" TargetMode="External"/><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customXml" Target="../ink/ink35.xml"/><Relationship Id="rId11" Type="http://schemas.openxmlformats.org/officeDocument/2006/relationships/image" Target="../media/image42.png"/><Relationship Id="rId5" Type="http://schemas.openxmlformats.org/officeDocument/2006/relationships/image" Target="../media/image39.png"/><Relationship Id="rId10" Type="http://schemas.openxmlformats.org/officeDocument/2006/relationships/customXml" Target="../ink/ink37.xml"/><Relationship Id="rId4" Type="http://schemas.openxmlformats.org/officeDocument/2006/relationships/customXml" Target="../ink/ink34.xml"/><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13266"/>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Movie Recommendation System using SVD</a:t>
            </a:r>
            <a:endParaRPr lang="en-US" sz="4650" dirty="0"/>
          </a:p>
        </p:txBody>
      </p:sp>
      <p:sp>
        <p:nvSpPr>
          <p:cNvPr id="4" name="Text 1"/>
          <p:cNvSpPr/>
          <p:nvPr/>
        </p:nvSpPr>
        <p:spPr>
          <a:xfrm>
            <a:off x="6280190" y="3101315"/>
            <a:ext cx="7556421"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presentation explores the development of a movie recommendation system using Singular Value Decomposition (SVD), a powerful matrix factorization technique. We'll delve into the problem of information overload in movie discovery, the dataset used, the tools employed, and the step-by-step process of building, evaluating, and improving such a system. The goal is to enhance user experience by providing personalized and accurate movie suggestions.</a:t>
            </a:r>
          </a:p>
          <a:p>
            <a:pPr marL="0" indent="0" algn="l">
              <a:lnSpc>
                <a:spcPts val="2850"/>
              </a:lnSpc>
              <a:buNone/>
            </a:pPr>
            <a:r>
              <a:rPr lang="en-US" sz="1750" dirty="0">
                <a:solidFill>
                  <a:srgbClr val="272525"/>
                </a:solidFill>
                <a:latin typeface="Inter" pitchFamily="34" charset="0"/>
                <a:ea typeface="Inter" pitchFamily="34" charset="-122"/>
              </a:rPr>
              <a:t>      </a:t>
            </a:r>
          </a:p>
          <a:p>
            <a:pPr marL="0" indent="0" algn="l">
              <a:lnSpc>
                <a:spcPts val="2850"/>
              </a:lnSpc>
              <a:buNone/>
            </a:pPr>
            <a:endParaRPr lang="en-US" sz="1750" dirty="0">
              <a:solidFill>
                <a:srgbClr val="272525"/>
              </a:solidFill>
              <a:latin typeface="Inter" pitchFamily="34" charset="0"/>
              <a:ea typeface="Inter" pitchFamily="34" charset="-122"/>
            </a:endParaRPr>
          </a:p>
          <a:p>
            <a:pPr marL="0" indent="0" algn="l">
              <a:lnSpc>
                <a:spcPts val="2850"/>
              </a:lnSpc>
              <a:buNone/>
            </a:pPr>
            <a:r>
              <a:rPr lang="en-US" sz="1750" dirty="0">
                <a:solidFill>
                  <a:srgbClr val="272525"/>
                </a:solidFill>
                <a:latin typeface="Inter" pitchFamily="34" charset="0"/>
                <a:ea typeface="Inter" pitchFamily="34" charset="-122"/>
              </a:rPr>
              <a:t>                                                                                           By:</a:t>
            </a:r>
          </a:p>
          <a:p>
            <a:pPr marL="0" indent="0" algn="l">
              <a:lnSpc>
                <a:spcPts val="2850"/>
              </a:lnSpc>
              <a:buNone/>
            </a:pPr>
            <a:r>
              <a:rPr lang="en-US" sz="1750" dirty="0">
                <a:solidFill>
                  <a:srgbClr val="272525"/>
                </a:solidFill>
                <a:latin typeface="Inter" pitchFamily="34" charset="0"/>
                <a:ea typeface="Inter" pitchFamily="34" charset="-122"/>
              </a:rPr>
              <a:t>                                                                                   Dathrija Tellakula</a:t>
            </a:r>
          </a:p>
          <a:p>
            <a:pPr marL="0" indent="0" algn="l">
              <a:lnSpc>
                <a:spcPts val="2850"/>
              </a:lnSpc>
              <a:buNone/>
            </a:pPr>
            <a:r>
              <a:rPr lang="en-US" sz="1750" dirty="0">
                <a:solidFill>
                  <a:srgbClr val="272525"/>
                </a:solidFill>
                <a:latin typeface="Inter" pitchFamily="34" charset="0"/>
                <a:ea typeface="Inter" pitchFamily="34" charset="-122"/>
              </a:rPr>
              <a:t>                                                                           </a:t>
            </a:r>
            <a:endParaRPr lang="en-US" sz="1750" dirty="0"/>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F713820-169C-63FF-A49C-EDF7C9380B17}"/>
                  </a:ext>
                </a:extLst>
              </p14:cNvPr>
              <p14:cNvContentPartPr/>
              <p14:nvPr/>
            </p14:nvContentPartPr>
            <p14:xfrm>
              <a:off x="12904237" y="7757818"/>
              <a:ext cx="1585440" cy="389520"/>
            </p14:xfrm>
          </p:contentPart>
        </mc:Choice>
        <mc:Fallback xmlns="">
          <p:pic>
            <p:nvPicPr>
              <p:cNvPr id="5" name="Ink 4">
                <a:extLst>
                  <a:ext uri="{FF2B5EF4-FFF2-40B4-BE49-F238E27FC236}">
                    <a16:creationId xmlns:a16="http://schemas.microsoft.com/office/drawing/2014/main" id="{5F713820-169C-63FF-A49C-EDF7C9380B17}"/>
                  </a:ext>
                </a:extLst>
              </p:cNvPr>
              <p:cNvPicPr/>
              <p:nvPr/>
            </p:nvPicPr>
            <p:blipFill>
              <a:blip r:embed="rId5"/>
              <a:stretch>
                <a:fillRect/>
              </a:stretch>
            </p:blipFill>
            <p:spPr>
              <a:xfrm>
                <a:off x="12841237" y="7694818"/>
                <a:ext cx="1711080" cy="51516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49962"/>
          </a:xfrm>
          <a:prstGeom prst="rect">
            <a:avLst/>
          </a:prstGeom>
        </p:spPr>
      </p:pic>
      <p:sp>
        <p:nvSpPr>
          <p:cNvPr id="3" name="Text 0"/>
          <p:cNvSpPr/>
          <p:nvPr/>
        </p:nvSpPr>
        <p:spPr>
          <a:xfrm>
            <a:off x="713899" y="3192304"/>
            <a:ext cx="5354955" cy="669369"/>
          </a:xfrm>
          <a:prstGeom prst="rect">
            <a:avLst/>
          </a:prstGeom>
          <a:noFill/>
          <a:ln/>
        </p:spPr>
        <p:txBody>
          <a:bodyPr wrap="none" lIns="0" tIns="0" rIns="0" bIns="0" rtlCol="0" anchor="t"/>
          <a:lstStyle/>
          <a:p>
            <a:pPr marL="0" indent="0" algn="l">
              <a:lnSpc>
                <a:spcPts val="5250"/>
              </a:lnSpc>
              <a:buNone/>
            </a:pPr>
            <a:r>
              <a:rPr lang="en-US" sz="4200" b="1" dirty="0">
                <a:solidFill>
                  <a:srgbClr val="000000"/>
                </a:solidFill>
                <a:latin typeface="Petrona Bold" pitchFamily="34" charset="0"/>
                <a:ea typeface="Petrona Bold" pitchFamily="34" charset="-122"/>
                <a:cs typeface="Petrona Bold" pitchFamily="34" charset="-120"/>
              </a:rPr>
              <a:t>Problem Statement</a:t>
            </a:r>
            <a:endParaRPr lang="en-US" sz="4200" dirty="0"/>
          </a:p>
        </p:txBody>
      </p:sp>
      <p:sp>
        <p:nvSpPr>
          <p:cNvPr id="4" name="Shape 1"/>
          <p:cNvSpPr/>
          <p:nvPr/>
        </p:nvSpPr>
        <p:spPr>
          <a:xfrm>
            <a:off x="713899" y="4167664"/>
            <a:ext cx="458986" cy="458986"/>
          </a:xfrm>
          <a:prstGeom prst="roundRect">
            <a:avLst>
              <a:gd name="adj" fmla="val 18667"/>
            </a:avLst>
          </a:prstGeom>
          <a:solidFill>
            <a:srgbClr val="CCEEFF"/>
          </a:solidFill>
          <a:ln w="7620">
            <a:solidFill>
              <a:srgbClr val="B2D4E5"/>
            </a:solidFill>
            <a:prstDash val="solid"/>
          </a:ln>
        </p:spPr>
        <p:txBody>
          <a:bodyPr/>
          <a:lstStyle/>
          <a:p>
            <a:endParaRPr lang="en-IN"/>
          </a:p>
        </p:txBody>
      </p:sp>
      <p:pic>
        <p:nvPicPr>
          <p:cNvPr id="5" name="Image 1" descr="preencoded.png"/>
          <p:cNvPicPr>
            <a:picLocks noChangeAspect="1"/>
          </p:cNvPicPr>
          <p:nvPr/>
        </p:nvPicPr>
        <p:blipFill>
          <a:blip r:embed="rId4"/>
          <a:stretch>
            <a:fillRect/>
          </a:stretch>
        </p:blipFill>
        <p:spPr>
          <a:xfrm>
            <a:off x="782717" y="4196298"/>
            <a:ext cx="321231" cy="401598"/>
          </a:xfrm>
          <a:prstGeom prst="rect">
            <a:avLst/>
          </a:prstGeom>
        </p:spPr>
      </p:pic>
      <p:sp>
        <p:nvSpPr>
          <p:cNvPr id="6" name="Text 2"/>
          <p:cNvSpPr/>
          <p:nvPr/>
        </p:nvSpPr>
        <p:spPr>
          <a:xfrm>
            <a:off x="1376839" y="4237673"/>
            <a:ext cx="2686764" cy="334685"/>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Information Overload</a:t>
            </a:r>
            <a:endParaRPr lang="en-US" sz="2100" dirty="0"/>
          </a:p>
        </p:txBody>
      </p:sp>
      <p:sp>
        <p:nvSpPr>
          <p:cNvPr id="7" name="Text 3"/>
          <p:cNvSpPr/>
          <p:nvPr/>
        </p:nvSpPr>
        <p:spPr>
          <a:xfrm>
            <a:off x="1376839" y="4694753"/>
            <a:ext cx="5810964" cy="9786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Users struggle to find relevant movies amidst the vast number of available titles. The sheer volume of content makes manual browsing inefficient and overwhelming.</a:t>
            </a:r>
            <a:endParaRPr lang="en-US" sz="1600" dirty="0"/>
          </a:p>
        </p:txBody>
      </p:sp>
      <p:sp>
        <p:nvSpPr>
          <p:cNvPr id="8" name="Shape 4"/>
          <p:cNvSpPr/>
          <p:nvPr/>
        </p:nvSpPr>
        <p:spPr>
          <a:xfrm>
            <a:off x="7442716" y="4167664"/>
            <a:ext cx="458986" cy="458986"/>
          </a:xfrm>
          <a:prstGeom prst="roundRect">
            <a:avLst>
              <a:gd name="adj" fmla="val 18667"/>
            </a:avLst>
          </a:prstGeom>
          <a:solidFill>
            <a:srgbClr val="CCEEFF"/>
          </a:solidFill>
          <a:ln w="7620">
            <a:solidFill>
              <a:srgbClr val="B2D4E5"/>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7511534" y="4196298"/>
            <a:ext cx="321231" cy="401598"/>
          </a:xfrm>
          <a:prstGeom prst="rect">
            <a:avLst/>
          </a:prstGeom>
        </p:spPr>
      </p:pic>
      <p:sp>
        <p:nvSpPr>
          <p:cNvPr id="10" name="Text 5"/>
          <p:cNvSpPr/>
          <p:nvPr/>
        </p:nvSpPr>
        <p:spPr>
          <a:xfrm>
            <a:off x="8105656" y="4237673"/>
            <a:ext cx="2867978" cy="334685"/>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Lack of Personalization</a:t>
            </a:r>
            <a:endParaRPr lang="en-US" sz="2100" dirty="0"/>
          </a:p>
        </p:txBody>
      </p:sp>
      <p:sp>
        <p:nvSpPr>
          <p:cNvPr id="11" name="Text 6"/>
          <p:cNvSpPr/>
          <p:nvPr/>
        </p:nvSpPr>
        <p:spPr>
          <a:xfrm>
            <a:off x="8105656" y="4694753"/>
            <a:ext cx="5810964" cy="9786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Generic recommendations often fail to cater to individual tastes and preferences, leading to user dissatisfaction and decreased engagement with streaming platforms.</a:t>
            </a:r>
            <a:endParaRPr lang="en-US" sz="1600" dirty="0"/>
          </a:p>
        </p:txBody>
      </p:sp>
      <p:sp>
        <p:nvSpPr>
          <p:cNvPr id="12" name="Shape 7"/>
          <p:cNvSpPr/>
          <p:nvPr/>
        </p:nvSpPr>
        <p:spPr>
          <a:xfrm>
            <a:off x="713899" y="6081355"/>
            <a:ext cx="458986" cy="458986"/>
          </a:xfrm>
          <a:prstGeom prst="roundRect">
            <a:avLst>
              <a:gd name="adj" fmla="val 18667"/>
            </a:avLst>
          </a:prstGeom>
          <a:solidFill>
            <a:srgbClr val="CCEEFF"/>
          </a:solidFill>
          <a:ln w="7620">
            <a:solidFill>
              <a:srgbClr val="B2D4E5"/>
            </a:solidFill>
            <a:prstDash val="solid"/>
          </a:ln>
        </p:spPr>
        <p:txBody>
          <a:bodyPr/>
          <a:lstStyle/>
          <a:p>
            <a:endParaRPr lang="en-IN"/>
          </a:p>
        </p:txBody>
      </p:sp>
      <p:pic>
        <p:nvPicPr>
          <p:cNvPr id="13" name="Image 3" descr="preencoded.png"/>
          <p:cNvPicPr>
            <a:picLocks noChangeAspect="1"/>
          </p:cNvPicPr>
          <p:nvPr/>
        </p:nvPicPr>
        <p:blipFill>
          <a:blip r:embed="rId6"/>
          <a:stretch>
            <a:fillRect/>
          </a:stretch>
        </p:blipFill>
        <p:spPr>
          <a:xfrm>
            <a:off x="782717" y="6109990"/>
            <a:ext cx="321231" cy="401598"/>
          </a:xfrm>
          <a:prstGeom prst="rect">
            <a:avLst/>
          </a:prstGeom>
        </p:spPr>
      </p:pic>
      <p:sp>
        <p:nvSpPr>
          <p:cNvPr id="14" name="Text 8"/>
          <p:cNvSpPr/>
          <p:nvPr/>
        </p:nvSpPr>
        <p:spPr>
          <a:xfrm>
            <a:off x="1376839" y="6151364"/>
            <a:ext cx="3036808" cy="334685"/>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Predict User Preferences</a:t>
            </a:r>
            <a:endParaRPr lang="en-US" sz="2100" dirty="0"/>
          </a:p>
        </p:txBody>
      </p:sp>
      <p:sp>
        <p:nvSpPr>
          <p:cNvPr id="15" name="Text 9"/>
          <p:cNvSpPr/>
          <p:nvPr/>
        </p:nvSpPr>
        <p:spPr>
          <a:xfrm>
            <a:off x="1376839" y="6608445"/>
            <a:ext cx="5810964" cy="9786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Our primary goal is to accurately predict how a user would rate an unseen movie. This forms the core of a truly personalized recommendation engine.</a:t>
            </a:r>
            <a:endParaRPr lang="en-US" sz="1600" dirty="0"/>
          </a:p>
        </p:txBody>
      </p:sp>
      <p:sp>
        <p:nvSpPr>
          <p:cNvPr id="16" name="Shape 10"/>
          <p:cNvSpPr/>
          <p:nvPr/>
        </p:nvSpPr>
        <p:spPr>
          <a:xfrm>
            <a:off x="7442716" y="6081355"/>
            <a:ext cx="458986" cy="458986"/>
          </a:xfrm>
          <a:prstGeom prst="roundRect">
            <a:avLst>
              <a:gd name="adj" fmla="val 18667"/>
            </a:avLst>
          </a:prstGeom>
          <a:solidFill>
            <a:srgbClr val="CCEEFF"/>
          </a:solidFill>
          <a:ln w="7620">
            <a:solidFill>
              <a:srgbClr val="B2D4E5"/>
            </a:solidFill>
            <a:prstDash val="solid"/>
          </a:ln>
        </p:spPr>
        <p:txBody>
          <a:bodyPr/>
          <a:lstStyle/>
          <a:p>
            <a:endParaRPr lang="en-IN"/>
          </a:p>
        </p:txBody>
      </p:sp>
      <p:pic>
        <p:nvPicPr>
          <p:cNvPr id="17" name="Image 4" descr="preencoded.png"/>
          <p:cNvPicPr>
            <a:picLocks noChangeAspect="1"/>
          </p:cNvPicPr>
          <p:nvPr/>
        </p:nvPicPr>
        <p:blipFill>
          <a:blip r:embed="rId7"/>
          <a:stretch>
            <a:fillRect/>
          </a:stretch>
        </p:blipFill>
        <p:spPr>
          <a:xfrm>
            <a:off x="7511534" y="6109990"/>
            <a:ext cx="321231" cy="401598"/>
          </a:xfrm>
          <a:prstGeom prst="rect">
            <a:avLst/>
          </a:prstGeom>
        </p:spPr>
      </p:pic>
      <p:sp>
        <p:nvSpPr>
          <p:cNvPr id="18" name="Text 11"/>
          <p:cNvSpPr/>
          <p:nvPr/>
        </p:nvSpPr>
        <p:spPr>
          <a:xfrm>
            <a:off x="8105656" y="6151364"/>
            <a:ext cx="3136106" cy="334685"/>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Enhance User Experience</a:t>
            </a:r>
            <a:endParaRPr lang="en-US" sz="2100" dirty="0"/>
          </a:p>
        </p:txBody>
      </p:sp>
      <p:sp>
        <p:nvSpPr>
          <p:cNvPr id="19" name="Text 12"/>
          <p:cNvSpPr/>
          <p:nvPr/>
        </p:nvSpPr>
        <p:spPr>
          <a:xfrm>
            <a:off x="8105656" y="6608445"/>
            <a:ext cx="5810964" cy="9786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By providing highly relevant suggestions, the system aims to improve user satisfaction, increase content consumption, and foster a more engaging platform environment.</a:t>
            </a:r>
            <a:endParaRPr lang="en-US" sz="1600" dirty="0"/>
          </a:p>
        </p:txBody>
      </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1EA05E6F-BFC7-ABB3-F7FA-7D5258234419}"/>
                  </a:ext>
                </a:extLst>
              </p14:cNvPr>
              <p14:cNvContentPartPr/>
              <p14:nvPr/>
            </p14:nvContentPartPr>
            <p14:xfrm>
              <a:off x="12798757" y="7765738"/>
              <a:ext cx="1635120" cy="417960"/>
            </p14:xfrm>
          </p:contentPart>
        </mc:Choice>
        <mc:Fallback xmlns="">
          <p:pic>
            <p:nvPicPr>
              <p:cNvPr id="20" name="Ink 19">
                <a:extLst>
                  <a:ext uri="{FF2B5EF4-FFF2-40B4-BE49-F238E27FC236}">
                    <a16:creationId xmlns:a16="http://schemas.microsoft.com/office/drawing/2014/main" id="{1EA05E6F-BFC7-ABB3-F7FA-7D5258234419}"/>
                  </a:ext>
                </a:extLst>
              </p:cNvPr>
              <p:cNvPicPr/>
              <p:nvPr/>
            </p:nvPicPr>
            <p:blipFill>
              <a:blip r:embed="rId9"/>
              <a:stretch>
                <a:fillRect/>
              </a:stretch>
            </p:blipFill>
            <p:spPr>
              <a:xfrm>
                <a:off x="12736117" y="7703098"/>
                <a:ext cx="1760760" cy="5436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9252" y="533757"/>
            <a:ext cx="5876806" cy="636746"/>
          </a:xfrm>
          <a:prstGeom prst="rect">
            <a:avLst/>
          </a:prstGeom>
          <a:noFill/>
          <a:ln/>
        </p:spPr>
        <p:txBody>
          <a:bodyPr wrap="none" lIns="0" tIns="0" rIns="0" bIns="0" rtlCol="0" anchor="t"/>
          <a:lstStyle/>
          <a:p>
            <a:pPr marL="0" indent="0" algn="l">
              <a:lnSpc>
                <a:spcPts val="5000"/>
              </a:lnSpc>
              <a:buNone/>
            </a:pPr>
            <a:r>
              <a:rPr lang="en-US" sz="4000" b="1" dirty="0">
                <a:solidFill>
                  <a:srgbClr val="000000"/>
                </a:solidFill>
                <a:latin typeface="Petrona Bold" pitchFamily="34" charset="0"/>
                <a:ea typeface="Petrona Bold" pitchFamily="34" charset="-122"/>
                <a:cs typeface="Petrona Bold" pitchFamily="34" charset="-120"/>
              </a:rPr>
              <a:t>Dataset: MovieLens 100K</a:t>
            </a:r>
            <a:endParaRPr lang="en-US" sz="4000" dirty="0"/>
          </a:p>
        </p:txBody>
      </p:sp>
      <p:sp>
        <p:nvSpPr>
          <p:cNvPr id="3" name="Text 1"/>
          <p:cNvSpPr/>
          <p:nvPr/>
        </p:nvSpPr>
        <p:spPr>
          <a:xfrm>
            <a:off x="679252" y="1636276"/>
            <a:ext cx="6399252" cy="2173605"/>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The MovieLens 100K dataset is a widely used benchmark for recommendation systems. It comprises 100,000 movie ratings collected from 943 unique users on 1682 different movies. Each rating is on a discrete scale from 1 to 5, indicating the user's satisfaction with the movie. Beyond ratings, the dataset also includes valuable user demographic information such as age, gender, and occupation, which can be leveraged for deeper insights.</a:t>
            </a:r>
            <a:endParaRPr lang="en-US" sz="1500" dirty="0"/>
          </a:p>
        </p:txBody>
      </p:sp>
      <p:pic>
        <p:nvPicPr>
          <p:cNvPr id="4" name="Image 0" descr="preencoded.png"/>
          <p:cNvPicPr>
            <a:picLocks noChangeAspect="1"/>
          </p:cNvPicPr>
          <p:nvPr/>
        </p:nvPicPr>
        <p:blipFill>
          <a:blip r:embed="rId3"/>
          <a:stretch>
            <a:fillRect/>
          </a:stretch>
        </p:blipFill>
        <p:spPr>
          <a:xfrm>
            <a:off x="7559516" y="1679972"/>
            <a:ext cx="6399252" cy="4378404"/>
          </a:xfrm>
          <a:prstGeom prst="rect">
            <a:avLst/>
          </a:prstGeom>
        </p:spPr>
      </p:pic>
      <p:sp>
        <p:nvSpPr>
          <p:cNvPr id="5" name="Text 2"/>
          <p:cNvSpPr/>
          <p:nvPr/>
        </p:nvSpPr>
        <p:spPr>
          <a:xfrm>
            <a:off x="7559516" y="6276737"/>
            <a:ext cx="6399252" cy="1552575"/>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A key characteristic of this dataset is its inherent data sparsity, with only about 6.3% of all possible user-movie ratings present. This sparsity poses a significant challenge for recommendation algorithms, as it means most of the user-item matrix is empty, requiring robust methods to infer missing preferences.</a:t>
            </a:r>
            <a:endParaRPr lang="en-US" sz="1500" dirty="0"/>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985F423-C10F-827C-FAA4-8972850ECA59}"/>
                  </a:ext>
                </a:extLst>
              </p14:cNvPr>
              <p14:cNvContentPartPr/>
              <p14:nvPr/>
            </p14:nvContentPartPr>
            <p14:xfrm>
              <a:off x="12946357" y="7728298"/>
              <a:ext cx="1497240" cy="379800"/>
            </p14:xfrm>
          </p:contentPart>
        </mc:Choice>
        <mc:Fallback xmlns="">
          <p:pic>
            <p:nvPicPr>
              <p:cNvPr id="6" name="Ink 5">
                <a:extLst>
                  <a:ext uri="{FF2B5EF4-FFF2-40B4-BE49-F238E27FC236}">
                    <a16:creationId xmlns:a16="http://schemas.microsoft.com/office/drawing/2014/main" id="{7985F423-C10F-827C-FAA4-8972850ECA59}"/>
                  </a:ext>
                </a:extLst>
              </p:cNvPr>
              <p:cNvPicPr/>
              <p:nvPr/>
            </p:nvPicPr>
            <p:blipFill>
              <a:blip r:embed="rId5"/>
              <a:stretch>
                <a:fillRect/>
              </a:stretch>
            </p:blipFill>
            <p:spPr>
              <a:xfrm>
                <a:off x="12883357" y="7665298"/>
                <a:ext cx="1622880" cy="5054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0093" y="596384"/>
            <a:ext cx="5551289" cy="693896"/>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Petrona Bold" pitchFamily="34" charset="0"/>
                <a:ea typeface="Petrona Bold" pitchFamily="34" charset="-122"/>
                <a:cs typeface="Petrona Bold" pitchFamily="34" charset="-120"/>
              </a:rPr>
              <a:t>Tools</a:t>
            </a:r>
            <a:endParaRPr lang="en-US" sz="4350" dirty="0"/>
          </a:p>
        </p:txBody>
      </p:sp>
      <p:pic>
        <p:nvPicPr>
          <p:cNvPr id="4" name="Image 1" descr="preencoded.png"/>
          <p:cNvPicPr>
            <a:picLocks noChangeAspect="1"/>
          </p:cNvPicPr>
          <p:nvPr/>
        </p:nvPicPr>
        <p:blipFill>
          <a:blip r:embed="rId4"/>
          <a:stretch>
            <a:fillRect/>
          </a:stretch>
        </p:blipFill>
        <p:spPr>
          <a:xfrm>
            <a:off x="740093" y="1644372"/>
            <a:ext cx="528638" cy="528638"/>
          </a:xfrm>
          <a:prstGeom prst="rect">
            <a:avLst/>
          </a:prstGeom>
        </p:spPr>
      </p:pic>
      <p:sp>
        <p:nvSpPr>
          <p:cNvPr id="5" name="Text 1"/>
          <p:cNvSpPr/>
          <p:nvPr/>
        </p:nvSpPr>
        <p:spPr>
          <a:xfrm>
            <a:off x="1480185" y="1732955"/>
            <a:ext cx="2775585" cy="346829"/>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Python</a:t>
            </a:r>
            <a:endParaRPr lang="en-US" sz="2150" dirty="0"/>
          </a:p>
        </p:txBody>
      </p:sp>
      <p:sp>
        <p:nvSpPr>
          <p:cNvPr id="6" name="Text 2"/>
          <p:cNvSpPr/>
          <p:nvPr/>
        </p:nvSpPr>
        <p:spPr>
          <a:xfrm>
            <a:off x="1480185" y="2206585"/>
            <a:ext cx="6923723" cy="1014770"/>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The primary programming language for its versatility in data analysis, machine learning, and its rich ecosystem of libraries. We'll leverage its powerful capabilities for data manipulation and model building.</a:t>
            </a:r>
            <a:endParaRPr lang="en-US" sz="1650" dirty="0"/>
          </a:p>
        </p:txBody>
      </p:sp>
      <p:pic>
        <p:nvPicPr>
          <p:cNvPr id="7" name="Image 2" descr="preencoded.png"/>
          <p:cNvPicPr>
            <a:picLocks noChangeAspect="1"/>
          </p:cNvPicPr>
          <p:nvPr/>
        </p:nvPicPr>
        <p:blipFill>
          <a:blip r:embed="rId5"/>
          <a:stretch>
            <a:fillRect/>
          </a:stretch>
        </p:blipFill>
        <p:spPr>
          <a:xfrm>
            <a:off x="740093" y="3681174"/>
            <a:ext cx="528638" cy="528638"/>
          </a:xfrm>
          <a:prstGeom prst="rect">
            <a:avLst/>
          </a:prstGeom>
        </p:spPr>
      </p:pic>
      <p:sp>
        <p:nvSpPr>
          <p:cNvPr id="8" name="Text 3"/>
          <p:cNvSpPr/>
          <p:nvPr/>
        </p:nvSpPr>
        <p:spPr>
          <a:xfrm>
            <a:off x="1480185" y="3769757"/>
            <a:ext cx="2775585" cy="346829"/>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Surprise Library</a:t>
            </a:r>
            <a:endParaRPr lang="en-US" sz="2150" dirty="0"/>
          </a:p>
        </p:txBody>
      </p:sp>
      <p:sp>
        <p:nvSpPr>
          <p:cNvPr id="9" name="Text 4"/>
          <p:cNvSpPr/>
          <p:nvPr/>
        </p:nvSpPr>
        <p:spPr>
          <a:xfrm>
            <a:off x="1480185" y="4243388"/>
            <a:ext cx="6923723" cy="1353026"/>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A Python scikit for building and analyzing recommender systems. It provides off-the-shelf algorithms, including a robust SVD implementation, and various evaluation metrics to assess model performance effectively.</a:t>
            </a:r>
            <a:endParaRPr lang="en-US" sz="1650" dirty="0"/>
          </a:p>
        </p:txBody>
      </p:sp>
      <p:pic>
        <p:nvPicPr>
          <p:cNvPr id="10" name="Image 3" descr="preencoded.png"/>
          <p:cNvPicPr>
            <a:picLocks noChangeAspect="1"/>
          </p:cNvPicPr>
          <p:nvPr/>
        </p:nvPicPr>
        <p:blipFill>
          <a:blip r:embed="rId6"/>
          <a:stretch>
            <a:fillRect/>
          </a:stretch>
        </p:blipFill>
        <p:spPr>
          <a:xfrm>
            <a:off x="740093" y="6056233"/>
            <a:ext cx="528638" cy="528638"/>
          </a:xfrm>
          <a:prstGeom prst="rect">
            <a:avLst/>
          </a:prstGeom>
        </p:spPr>
      </p:pic>
      <p:sp>
        <p:nvSpPr>
          <p:cNvPr id="11" name="Text 5"/>
          <p:cNvSpPr/>
          <p:nvPr/>
        </p:nvSpPr>
        <p:spPr>
          <a:xfrm>
            <a:off x="1480185" y="6144816"/>
            <a:ext cx="2775585" cy="346829"/>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Key Libraries</a:t>
            </a:r>
            <a:endParaRPr lang="en-US" sz="2150" dirty="0"/>
          </a:p>
        </p:txBody>
      </p:sp>
      <p:sp>
        <p:nvSpPr>
          <p:cNvPr id="12" name="Text 6"/>
          <p:cNvSpPr/>
          <p:nvPr/>
        </p:nvSpPr>
        <p:spPr>
          <a:xfrm>
            <a:off x="1480185" y="6618446"/>
            <a:ext cx="6923723" cy="1014770"/>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We'll utilize Pandas for efficient data handling and manipulation, NumPy for numerical operations, and Scikit-learn for general machine learning utilities and data splitting.</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3775" y="742355"/>
            <a:ext cx="5053489" cy="631627"/>
          </a:xfrm>
          <a:prstGeom prst="rect">
            <a:avLst/>
          </a:prstGeom>
          <a:noFill/>
          <a:ln/>
        </p:spPr>
        <p:txBody>
          <a:bodyPr wrap="none" lIns="0" tIns="0" rIns="0" bIns="0" rtlCol="0" anchor="t"/>
          <a:lstStyle/>
          <a:p>
            <a:pPr marL="0" indent="0" algn="l">
              <a:lnSpc>
                <a:spcPts val="4950"/>
              </a:lnSpc>
              <a:buNone/>
            </a:pPr>
            <a:r>
              <a:rPr lang="en-US" sz="3950" b="1" dirty="0">
                <a:solidFill>
                  <a:srgbClr val="000000"/>
                </a:solidFill>
                <a:latin typeface="Petrona Bold" pitchFamily="34" charset="0"/>
                <a:ea typeface="Petrona Bold" pitchFamily="34" charset="-122"/>
                <a:cs typeface="Petrona Bold" pitchFamily="34" charset="-120"/>
              </a:rPr>
              <a:t>Preprocessing</a:t>
            </a:r>
            <a:endParaRPr lang="en-US" sz="3950" dirty="0"/>
          </a:p>
        </p:txBody>
      </p:sp>
      <p:pic>
        <p:nvPicPr>
          <p:cNvPr id="3" name="Image 0" descr="preencoded.png"/>
          <p:cNvPicPr>
            <a:picLocks noChangeAspect="1"/>
          </p:cNvPicPr>
          <p:nvPr/>
        </p:nvPicPr>
        <p:blipFill>
          <a:blip r:embed="rId3"/>
          <a:stretch>
            <a:fillRect/>
          </a:stretch>
        </p:blipFill>
        <p:spPr>
          <a:xfrm>
            <a:off x="673775" y="1758910"/>
            <a:ext cx="962501" cy="1432084"/>
          </a:xfrm>
          <a:prstGeom prst="rect">
            <a:avLst/>
          </a:prstGeom>
        </p:spPr>
      </p:pic>
      <p:sp>
        <p:nvSpPr>
          <p:cNvPr id="4" name="Text 1"/>
          <p:cNvSpPr/>
          <p:nvPr/>
        </p:nvSpPr>
        <p:spPr>
          <a:xfrm>
            <a:off x="1925003" y="1951315"/>
            <a:ext cx="2526744" cy="315754"/>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Load Data</a:t>
            </a:r>
            <a:endParaRPr lang="en-US" sz="1950" dirty="0"/>
          </a:p>
        </p:txBody>
      </p:sp>
      <p:sp>
        <p:nvSpPr>
          <p:cNvPr id="5" name="Text 2"/>
          <p:cNvSpPr/>
          <p:nvPr/>
        </p:nvSpPr>
        <p:spPr>
          <a:xfrm>
            <a:off x="1925003" y="2382560"/>
            <a:ext cx="12031623" cy="616029"/>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The MovieLens data is loaded and structured specifically for the Surprise library. This involves converting the raw data into a format that includes user IDs, movie IDs, and their corresponding ratings, which is essential for the library's functions.</a:t>
            </a:r>
            <a:endParaRPr lang="en-US" sz="1500" dirty="0"/>
          </a:p>
        </p:txBody>
      </p:sp>
      <p:pic>
        <p:nvPicPr>
          <p:cNvPr id="6" name="Image 1" descr="preencoded.png"/>
          <p:cNvPicPr>
            <a:picLocks noChangeAspect="1"/>
          </p:cNvPicPr>
          <p:nvPr/>
        </p:nvPicPr>
        <p:blipFill>
          <a:blip r:embed="rId4"/>
          <a:stretch>
            <a:fillRect/>
          </a:stretch>
        </p:blipFill>
        <p:spPr>
          <a:xfrm>
            <a:off x="673775" y="3190994"/>
            <a:ext cx="962501" cy="1432084"/>
          </a:xfrm>
          <a:prstGeom prst="rect">
            <a:avLst/>
          </a:prstGeom>
        </p:spPr>
      </p:pic>
      <p:sp>
        <p:nvSpPr>
          <p:cNvPr id="7" name="Text 3"/>
          <p:cNvSpPr/>
          <p:nvPr/>
        </p:nvSpPr>
        <p:spPr>
          <a:xfrm>
            <a:off x="1925003" y="3383399"/>
            <a:ext cx="2526744" cy="315754"/>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Split Data</a:t>
            </a:r>
            <a:endParaRPr lang="en-US" sz="1950" dirty="0"/>
          </a:p>
        </p:txBody>
      </p:sp>
      <p:sp>
        <p:nvSpPr>
          <p:cNvPr id="8" name="Text 4"/>
          <p:cNvSpPr/>
          <p:nvPr/>
        </p:nvSpPr>
        <p:spPr>
          <a:xfrm>
            <a:off x="1925003" y="3814643"/>
            <a:ext cx="12031623" cy="616029"/>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The loaded dataset is then divided into training and testing sets. A common 80/20 split is applied, where 80% of the data is used to train our SVD model, and the remaining 20% is reserved to evaluate its performance on unseen data.</a:t>
            </a:r>
            <a:endParaRPr lang="en-US" sz="1500" dirty="0"/>
          </a:p>
        </p:txBody>
      </p:sp>
      <p:pic>
        <p:nvPicPr>
          <p:cNvPr id="9" name="Image 2" descr="preencoded.png"/>
          <p:cNvPicPr>
            <a:picLocks noChangeAspect="1"/>
          </p:cNvPicPr>
          <p:nvPr/>
        </p:nvPicPr>
        <p:blipFill>
          <a:blip r:embed="rId5"/>
          <a:stretch>
            <a:fillRect/>
          </a:stretch>
        </p:blipFill>
        <p:spPr>
          <a:xfrm>
            <a:off x="673775" y="4623078"/>
            <a:ext cx="962501" cy="1432084"/>
          </a:xfrm>
          <a:prstGeom prst="rect">
            <a:avLst/>
          </a:prstGeom>
        </p:spPr>
      </p:pic>
      <p:sp>
        <p:nvSpPr>
          <p:cNvPr id="10" name="Text 5"/>
          <p:cNvSpPr/>
          <p:nvPr/>
        </p:nvSpPr>
        <p:spPr>
          <a:xfrm>
            <a:off x="1925003" y="4815483"/>
            <a:ext cx="2645569" cy="315754"/>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Handle Missing Values</a:t>
            </a:r>
            <a:endParaRPr lang="en-US" sz="1950" dirty="0"/>
          </a:p>
        </p:txBody>
      </p:sp>
      <p:sp>
        <p:nvSpPr>
          <p:cNvPr id="11" name="Text 6"/>
          <p:cNvSpPr/>
          <p:nvPr/>
        </p:nvSpPr>
        <p:spPr>
          <a:xfrm>
            <a:off x="1925003" y="5246727"/>
            <a:ext cx="12031623" cy="616029"/>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Given the inherent sparsity of the MovieLens 100K dataset, methods for handling missing values are crucial. While SVD inherently deals with sparsity, for other models, imputation or other strategies might be considered.</a:t>
            </a:r>
            <a:endParaRPr lang="en-US" sz="1500" dirty="0"/>
          </a:p>
        </p:txBody>
      </p:sp>
      <p:pic>
        <p:nvPicPr>
          <p:cNvPr id="12" name="Image 3" descr="preencoded.png"/>
          <p:cNvPicPr>
            <a:picLocks noChangeAspect="1"/>
          </p:cNvPicPr>
          <p:nvPr/>
        </p:nvPicPr>
        <p:blipFill>
          <a:blip r:embed="rId6"/>
          <a:stretch>
            <a:fillRect/>
          </a:stretch>
        </p:blipFill>
        <p:spPr>
          <a:xfrm>
            <a:off x="673775" y="6055162"/>
            <a:ext cx="962501" cy="1432084"/>
          </a:xfrm>
          <a:prstGeom prst="rect">
            <a:avLst/>
          </a:prstGeom>
        </p:spPr>
      </p:pic>
      <p:sp>
        <p:nvSpPr>
          <p:cNvPr id="13" name="Text 7"/>
          <p:cNvSpPr/>
          <p:nvPr/>
        </p:nvSpPr>
        <p:spPr>
          <a:xfrm>
            <a:off x="1925003" y="6247567"/>
            <a:ext cx="2526744" cy="315754"/>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Scale Data</a:t>
            </a:r>
            <a:endParaRPr lang="en-US" sz="1950" dirty="0"/>
          </a:p>
        </p:txBody>
      </p:sp>
      <p:sp>
        <p:nvSpPr>
          <p:cNvPr id="14" name="Text 8"/>
          <p:cNvSpPr/>
          <p:nvPr/>
        </p:nvSpPr>
        <p:spPr>
          <a:xfrm>
            <a:off x="1925003" y="6678811"/>
            <a:ext cx="12031623" cy="616029"/>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Depending on the specific algorithm and data characteristics, scaling or normalizing the rating data can be beneficial. This ensures that features contribute equally to the model training process, preventing features with larger values from dominating.</a:t>
            </a:r>
            <a:endParaRPr lang="en-US" sz="1500" dirty="0"/>
          </a:p>
        </p:txBody>
      </p:sp>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FC4CF275-905B-4395-6C8E-71C29CE10D6A}"/>
                  </a:ext>
                </a:extLst>
              </p14:cNvPr>
              <p14:cNvContentPartPr/>
              <p14:nvPr/>
            </p14:nvContentPartPr>
            <p14:xfrm rot="-1">
              <a:off x="13216765" y="7855156"/>
              <a:ext cx="1115544" cy="187284"/>
            </p14:xfrm>
          </p:contentPart>
        </mc:Choice>
        <mc:Fallback xmlns="">
          <p:pic>
            <p:nvPicPr>
              <p:cNvPr id="17" name="Ink 16">
                <a:extLst>
                  <a:ext uri="{FF2B5EF4-FFF2-40B4-BE49-F238E27FC236}">
                    <a16:creationId xmlns:a16="http://schemas.microsoft.com/office/drawing/2014/main" id="{FC4CF275-905B-4395-6C8E-71C29CE10D6A}"/>
                  </a:ext>
                </a:extLst>
              </p:cNvPr>
              <p:cNvPicPr/>
              <p:nvPr/>
            </p:nvPicPr>
            <p:blipFill>
              <a:blip r:embed="rId8"/>
              <a:stretch>
                <a:fillRect/>
              </a:stretch>
            </p:blipFill>
            <p:spPr>
              <a:xfrm rot="-1">
                <a:off x="13153770" y="7792128"/>
                <a:ext cx="1241173" cy="3129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F8C2E4D2-306E-9973-55F1-45FC08B21F7B}"/>
                  </a:ext>
                </a:extLst>
              </p14:cNvPr>
              <p14:cNvContentPartPr/>
              <p14:nvPr/>
            </p14:nvContentPartPr>
            <p14:xfrm>
              <a:off x="13055797" y="7898218"/>
              <a:ext cx="928800" cy="201240"/>
            </p14:xfrm>
          </p:contentPart>
        </mc:Choice>
        <mc:Fallback xmlns="">
          <p:pic>
            <p:nvPicPr>
              <p:cNvPr id="24" name="Ink 23">
                <a:extLst>
                  <a:ext uri="{FF2B5EF4-FFF2-40B4-BE49-F238E27FC236}">
                    <a16:creationId xmlns:a16="http://schemas.microsoft.com/office/drawing/2014/main" id="{F8C2E4D2-306E-9973-55F1-45FC08B21F7B}"/>
                  </a:ext>
                </a:extLst>
              </p:cNvPr>
              <p:cNvPicPr/>
              <p:nvPr/>
            </p:nvPicPr>
            <p:blipFill>
              <a:blip r:embed="rId10"/>
              <a:stretch>
                <a:fillRect/>
              </a:stretch>
            </p:blipFill>
            <p:spPr>
              <a:xfrm>
                <a:off x="12993157" y="7835218"/>
                <a:ext cx="105444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6" name="Ink 25">
                <a:extLst>
                  <a:ext uri="{FF2B5EF4-FFF2-40B4-BE49-F238E27FC236}">
                    <a16:creationId xmlns:a16="http://schemas.microsoft.com/office/drawing/2014/main" id="{8B62038A-E67C-E4EC-EA3E-C640AB4CF869}"/>
                  </a:ext>
                </a:extLst>
              </p14:cNvPr>
              <p14:cNvContentPartPr/>
              <p14:nvPr/>
            </p14:nvContentPartPr>
            <p14:xfrm>
              <a:off x="14180437" y="7812898"/>
              <a:ext cx="402840" cy="239400"/>
            </p14:xfrm>
          </p:contentPart>
        </mc:Choice>
        <mc:Fallback xmlns="">
          <p:pic>
            <p:nvPicPr>
              <p:cNvPr id="26" name="Ink 25">
                <a:extLst>
                  <a:ext uri="{FF2B5EF4-FFF2-40B4-BE49-F238E27FC236}">
                    <a16:creationId xmlns:a16="http://schemas.microsoft.com/office/drawing/2014/main" id="{8B62038A-E67C-E4EC-EA3E-C640AB4CF869}"/>
                  </a:ext>
                </a:extLst>
              </p:cNvPr>
              <p:cNvPicPr/>
              <p:nvPr/>
            </p:nvPicPr>
            <p:blipFill>
              <a:blip r:embed="rId12"/>
              <a:stretch>
                <a:fillRect/>
              </a:stretch>
            </p:blipFill>
            <p:spPr>
              <a:xfrm>
                <a:off x="14117797" y="7750258"/>
                <a:ext cx="528480" cy="365040"/>
              </a:xfrm>
              <a:prstGeom prst="rect">
                <a:avLst/>
              </a:prstGeom>
            </p:spPr>
          </p:pic>
        </mc:Fallback>
      </mc:AlternateContent>
      <p:grpSp>
        <p:nvGrpSpPr>
          <p:cNvPr id="28" name="Group 27">
            <a:extLst>
              <a:ext uri="{FF2B5EF4-FFF2-40B4-BE49-F238E27FC236}">
                <a16:creationId xmlns:a16="http://schemas.microsoft.com/office/drawing/2014/main" id="{E3E9E6A8-5D60-BF62-34D5-1CB663116778}"/>
              </a:ext>
            </a:extLst>
          </p:cNvPr>
          <p:cNvGrpSpPr/>
          <p:nvPr/>
        </p:nvGrpSpPr>
        <p:grpSpPr>
          <a:xfrm>
            <a:off x="12932317" y="7739458"/>
            <a:ext cx="412920" cy="482040"/>
            <a:chOff x="12932317" y="7739458"/>
            <a:chExt cx="412920" cy="482040"/>
          </a:xfrm>
        </p:grpSpPr>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F503C792-5E51-F9D7-FE28-C08F3852EF67}"/>
                    </a:ext>
                  </a:extLst>
                </p14:cNvPr>
                <p14:cNvContentPartPr/>
                <p14:nvPr/>
              </p14:nvContentPartPr>
              <p14:xfrm>
                <a:off x="12932317" y="7739458"/>
                <a:ext cx="412920" cy="482040"/>
              </p14:xfrm>
            </p:contentPart>
          </mc:Choice>
          <mc:Fallback xmlns="">
            <p:pic>
              <p:nvPicPr>
                <p:cNvPr id="18" name="Ink 17">
                  <a:extLst>
                    <a:ext uri="{FF2B5EF4-FFF2-40B4-BE49-F238E27FC236}">
                      <a16:creationId xmlns:a16="http://schemas.microsoft.com/office/drawing/2014/main" id="{F503C792-5E51-F9D7-FE28-C08F3852EF67}"/>
                    </a:ext>
                  </a:extLst>
                </p:cNvPr>
                <p:cNvPicPr/>
                <p:nvPr/>
              </p:nvPicPr>
              <p:blipFill>
                <a:blip r:embed="rId14"/>
                <a:stretch>
                  <a:fillRect/>
                </a:stretch>
              </p:blipFill>
              <p:spPr>
                <a:xfrm>
                  <a:off x="12869677" y="7676458"/>
                  <a:ext cx="538560" cy="607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63B5FBB1-8C9B-AAE1-6327-DA61B624E504}"/>
                    </a:ext>
                  </a:extLst>
                </p14:cNvPr>
                <p14:cNvContentPartPr/>
                <p14:nvPr/>
              </p14:nvContentPartPr>
              <p14:xfrm>
                <a:off x="12980557" y="8059498"/>
                <a:ext cx="360" cy="360"/>
              </p14:xfrm>
            </p:contentPart>
          </mc:Choice>
          <mc:Fallback xmlns="">
            <p:pic>
              <p:nvPicPr>
                <p:cNvPr id="19" name="Ink 18">
                  <a:extLst>
                    <a:ext uri="{FF2B5EF4-FFF2-40B4-BE49-F238E27FC236}">
                      <a16:creationId xmlns:a16="http://schemas.microsoft.com/office/drawing/2014/main" id="{63B5FBB1-8C9B-AAE1-6327-DA61B624E504}"/>
                    </a:ext>
                  </a:extLst>
                </p:cNvPr>
                <p:cNvPicPr/>
                <p:nvPr/>
              </p:nvPicPr>
              <p:blipFill>
                <a:blip r:embed="rId16"/>
                <a:stretch>
                  <a:fillRect/>
                </a:stretch>
              </p:blipFill>
              <p:spPr>
                <a:xfrm>
                  <a:off x="12917917" y="799685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 name="Ink 20">
                  <a:extLst>
                    <a:ext uri="{FF2B5EF4-FFF2-40B4-BE49-F238E27FC236}">
                      <a16:creationId xmlns:a16="http://schemas.microsoft.com/office/drawing/2014/main" id="{AE7DBCC2-2241-F221-5AB1-94677A6AA1F9}"/>
                    </a:ext>
                  </a:extLst>
                </p14:cNvPr>
                <p14:cNvContentPartPr/>
                <p14:nvPr/>
              </p14:nvContentPartPr>
              <p14:xfrm>
                <a:off x="13055797" y="8050138"/>
                <a:ext cx="360" cy="360"/>
              </p14:xfrm>
            </p:contentPart>
          </mc:Choice>
          <mc:Fallback xmlns="">
            <p:pic>
              <p:nvPicPr>
                <p:cNvPr id="21" name="Ink 20">
                  <a:extLst>
                    <a:ext uri="{FF2B5EF4-FFF2-40B4-BE49-F238E27FC236}">
                      <a16:creationId xmlns:a16="http://schemas.microsoft.com/office/drawing/2014/main" id="{AE7DBCC2-2241-F221-5AB1-94677A6AA1F9}"/>
                    </a:ext>
                  </a:extLst>
                </p:cNvPr>
                <p:cNvPicPr/>
                <p:nvPr/>
              </p:nvPicPr>
              <p:blipFill>
                <a:blip r:embed="rId16"/>
                <a:stretch>
                  <a:fillRect/>
                </a:stretch>
              </p:blipFill>
              <p:spPr>
                <a:xfrm>
                  <a:off x="12993157" y="798749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A3BCF710-C7C2-CD3C-571C-EE30BF5E38CB}"/>
                    </a:ext>
                  </a:extLst>
                </p14:cNvPr>
                <p14:cNvContentPartPr/>
                <p14:nvPr/>
              </p14:nvContentPartPr>
              <p14:xfrm>
                <a:off x="13055797" y="8050138"/>
                <a:ext cx="360" cy="360"/>
              </p14:xfrm>
            </p:contentPart>
          </mc:Choice>
          <mc:Fallback xmlns="">
            <p:pic>
              <p:nvPicPr>
                <p:cNvPr id="22" name="Ink 21">
                  <a:extLst>
                    <a:ext uri="{FF2B5EF4-FFF2-40B4-BE49-F238E27FC236}">
                      <a16:creationId xmlns:a16="http://schemas.microsoft.com/office/drawing/2014/main" id="{A3BCF710-C7C2-CD3C-571C-EE30BF5E38CB}"/>
                    </a:ext>
                  </a:extLst>
                </p:cNvPr>
                <p:cNvPicPr/>
                <p:nvPr/>
              </p:nvPicPr>
              <p:blipFill>
                <a:blip r:embed="rId16"/>
                <a:stretch>
                  <a:fillRect/>
                </a:stretch>
              </p:blipFill>
              <p:spPr>
                <a:xfrm>
                  <a:off x="12993157" y="798749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878CEBD5-EAC2-ADFE-2E6A-57230F9A386B}"/>
                    </a:ext>
                  </a:extLst>
                </p14:cNvPr>
                <p14:cNvContentPartPr/>
                <p14:nvPr/>
              </p14:nvContentPartPr>
              <p14:xfrm>
                <a:off x="13055797" y="8050138"/>
                <a:ext cx="360" cy="360"/>
              </p14:xfrm>
            </p:contentPart>
          </mc:Choice>
          <mc:Fallback xmlns="">
            <p:pic>
              <p:nvPicPr>
                <p:cNvPr id="23" name="Ink 22">
                  <a:extLst>
                    <a:ext uri="{FF2B5EF4-FFF2-40B4-BE49-F238E27FC236}">
                      <a16:creationId xmlns:a16="http://schemas.microsoft.com/office/drawing/2014/main" id="{878CEBD5-EAC2-ADFE-2E6A-57230F9A386B}"/>
                    </a:ext>
                  </a:extLst>
                </p:cNvPr>
                <p:cNvPicPr/>
                <p:nvPr/>
              </p:nvPicPr>
              <p:blipFill>
                <a:blip r:embed="rId16"/>
                <a:stretch>
                  <a:fillRect/>
                </a:stretch>
              </p:blipFill>
              <p:spPr>
                <a:xfrm>
                  <a:off x="12993157" y="798749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984D9E6A-35E4-7545-0DDD-A8544C22EFAC}"/>
                    </a:ext>
                  </a:extLst>
                </p14:cNvPr>
                <p14:cNvContentPartPr/>
                <p14:nvPr/>
              </p14:nvContentPartPr>
              <p14:xfrm>
                <a:off x="13272877" y="8068858"/>
                <a:ext cx="360" cy="360"/>
              </p14:xfrm>
            </p:contentPart>
          </mc:Choice>
          <mc:Fallback xmlns="">
            <p:pic>
              <p:nvPicPr>
                <p:cNvPr id="27" name="Ink 26">
                  <a:extLst>
                    <a:ext uri="{FF2B5EF4-FFF2-40B4-BE49-F238E27FC236}">
                      <a16:creationId xmlns:a16="http://schemas.microsoft.com/office/drawing/2014/main" id="{984D9E6A-35E4-7545-0DDD-A8544C22EFAC}"/>
                    </a:ext>
                  </a:extLst>
                </p:cNvPr>
                <p:cNvPicPr/>
                <p:nvPr/>
              </p:nvPicPr>
              <p:blipFill>
                <a:blip r:embed="rId16"/>
                <a:stretch>
                  <a:fillRect/>
                </a:stretch>
              </p:blipFill>
              <p:spPr>
                <a:xfrm>
                  <a:off x="13209877" y="8006218"/>
                  <a:ext cx="126000" cy="126000"/>
                </a:xfrm>
                <a:prstGeom prst="rect">
                  <a:avLst/>
                </a:prstGeom>
              </p:spPr>
            </p:pic>
          </mc:Fallback>
        </mc:AlternateContent>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6632" y="604957"/>
            <a:ext cx="5075515" cy="634365"/>
          </a:xfrm>
          <a:prstGeom prst="rect">
            <a:avLst/>
          </a:prstGeom>
          <a:noFill/>
          <a:ln/>
        </p:spPr>
        <p:txBody>
          <a:bodyPr wrap="none" lIns="0" tIns="0" rIns="0" bIns="0" rtlCol="0" anchor="t"/>
          <a:lstStyle/>
          <a:p>
            <a:pPr marL="0" indent="0" algn="l">
              <a:lnSpc>
                <a:spcPts val="4950"/>
              </a:lnSpc>
              <a:buNone/>
            </a:pPr>
            <a:r>
              <a:rPr lang="en-US" sz="3950" b="1" dirty="0">
                <a:solidFill>
                  <a:srgbClr val="000000"/>
                </a:solidFill>
                <a:latin typeface="Petrona Bold" pitchFamily="34" charset="0"/>
                <a:ea typeface="Petrona Bold" pitchFamily="34" charset="-122"/>
                <a:cs typeface="Petrona Bold" pitchFamily="34" charset="-120"/>
              </a:rPr>
              <a:t>SVD Model</a:t>
            </a:r>
            <a:endParaRPr lang="en-US" sz="3950" dirty="0"/>
          </a:p>
        </p:txBody>
      </p:sp>
      <p:sp>
        <p:nvSpPr>
          <p:cNvPr id="3" name="Text 1"/>
          <p:cNvSpPr/>
          <p:nvPr/>
        </p:nvSpPr>
        <p:spPr>
          <a:xfrm>
            <a:off x="2003822" y="3635454"/>
            <a:ext cx="3065978" cy="317063"/>
          </a:xfrm>
          <a:prstGeom prst="rect">
            <a:avLst/>
          </a:prstGeom>
          <a:noFill/>
          <a:ln/>
        </p:spPr>
        <p:txBody>
          <a:bodyPr wrap="none" lIns="0" tIns="0" rIns="0" bIns="0" rtlCol="0" anchor="t"/>
          <a:lstStyle/>
          <a:p>
            <a:pPr marL="0" indent="0" algn="r">
              <a:lnSpc>
                <a:spcPts val="2450"/>
              </a:lnSpc>
              <a:buNone/>
            </a:pPr>
            <a:r>
              <a:rPr lang="en-US" sz="1950" b="1" dirty="0">
                <a:solidFill>
                  <a:srgbClr val="272525"/>
                </a:solidFill>
                <a:latin typeface="Petrona Bold" pitchFamily="34" charset="0"/>
                <a:ea typeface="Petrona Bold" pitchFamily="34" charset="-122"/>
                <a:cs typeface="Petrona Bold" pitchFamily="34" charset="-120"/>
              </a:rPr>
              <a:t>Dimensionality Reduction</a:t>
            </a:r>
            <a:endParaRPr lang="en-US" sz="1950" dirty="0"/>
          </a:p>
        </p:txBody>
      </p:sp>
      <p:sp>
        <p:nvSpPr>
          <p:cNvPr id="4" name="Text 2"/>
          <p:cNvSpPr/>
          <p:nvPr/>
        </p:nvSpPr>
        <p:spPr>
          <a:xfrm>
            <a:off x="676632" y="4068485"/>
            <a:ext cx="4393168" cy="1546622"/>
          </a:xfrm>
          <a:prstGeom prst="rect">
            <a:avLst/>
          </a:prstGeom>
          <a:noFill/>
          <a:ln/>
        </p:spPr>
        <p:txBody>
          <a:bodyPr wrap="square" lIns="0" tIns="0" rIns="0" bIns="0" rtlCol="0" anchor="t"/>
          <a:lstStyle/>
          <a:p>
            <a:pPr marL="0" indent="0" algn="r">
              <a:lnSpc>
                <a:spcPts val="2400"/>
              </a:lnSpc>
              <a:buNone/>
            </a:pPr>
            <a:r>
              <a:rPr lang="en-US" sz="1500" dirty="0">
                <a:solidFill>
                  <a:srgbClr val="272525"/>
                </a:solidFill>
                <a:latin typeface="Inter" pitchFamily="34" charset="0"/>
                <a:ea typeface="Inter" pitchFamily="34" charset="-122"/>
                <a:cs typeface="Inter" pitchFamily="34" charset="-120"/>
              </a:rPr>
              <a:t>SVD decomposes the original user-item matrix into three smaller matrices, effectively reducing its dimensionality. This process helps in uncovering hidden patterns and relationships within the data.</a:t>
            </a:r>
            <a:endParaRPr lang="en-US" sz="1500" dirty="0"/>
          </a:p>
        </p:txBody>
      </p:sp>
      <p:pic>
        <p:nvPicPr>
          <p:cNvPr id="5" name="Image 0" descr="preencoded.png"/>
          <p:cNvPicPr>
            <a:picLocks noChangeAspect="1"/>
          </p:cNvPicPr>
          <p:nvPr/>
        </p:nvPicPr>
        <p:blipFill>
          <a:blip r:embed="rId3"/>
          <a:stretch>
            <a:fillRect/>
          </a:stretch>
        </p:blipFill>
        <p:spPr>
          <a:xfrm>
            <a:off x="5456396" y="2766536"/>
            <a:ext cx="3717488" cy="3717488"/>
          </a:xfrm>
          <a:prstGeom prst="rect">
            <a:avLst/>
          </a:prstGeom>
        </p:spPr>
      </p:pic>
      <p:sp>
        <p:nvSpPr>
          <p:cNvPr id="6" name="Shape 3"/>
          <p:cNvSpPr/>
          <p:nvPr/>
        </p:nvSpPr>
        <p:spPr>
          <a:xfrm>
            <a:off x="5284410" y="4383584"/>
            <a:ext cx="483275" cy="483275"/>
          </a:xfrm>
          <a:prstGeom prst="roundRect">
            <a:avLst>
              <a:gd name="adj" fmla="val 1890198"/>
            </a:avLst>
          </a:prstGeom>
          <a:solidFill>
            <a:srgbClr val="CCEEFF"/>
          </a:solidFill>
          <a:ln w="7620">
            <a:solidFill>
              <a:srgbClr val="B2D4E5"/>
            </a:solidFill>
            <a:prstDash val="solid"/>
          </a:ln>
        </p:spPr>
        <p:txBody>
          <a:bodyPr/>
          <a:lstStyle/>
          <a:p>
            <a:endParaRPr lang="en-IN"/>
          </a:p>
        </p:txBody>
      </p:sp>
      <p:sp>
        <p:nvSpPr>
          <p:cNvPr id="7" name="Text 4"/>
          <p:cNvSpPr/>
          <p:nvPr/>
        </p:nvSpPr>
        <p:spPr>
          <a:xfrm>
            <a:off x="5417284" y="4489311"/>
            <a:ext cx="217408" cy="271820"/>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Petrona Bold" pitchFamily="34" charset="0"/>
                <a:ea typeface="Petrona Bold" pitchFamily="34" charset="-122"/>
                <a:cs typeface="Petrona Bold" pitchFamily="34" charset="-120"/>
              </a:rPr>
              <a:t>1</a:t>
            </a:r>
            <a:endParaRPr lang="en-US" sz="1700" dirty="0"/>
          </a:p>
        </p:txBody>
      </p:sp>
      <p:sp>
        <p:nvSpPr>
          <p:cNvPr id="8" name="Text 5"/>
          <p:cNvSpPr/>
          <p:nvPr/>
        </p:nvSpPr>
        <p:spPr>
          <a:xfrm>
            <a:off x="9463802" y="1625918"/>
            <a:ext cx="2537698" cy="317063"/>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Latent Factors</a:t>
            </a:r>
            <a:endParaRPr lang="en-US" sz="1950" dirty="0"/>
          </a:p>
        </p:txBody>
      </p:sp>
      <p:sp>
        <p:nvSpPr>
          <p:cNvPr id="9" name="Text 6"/>
          <p:cNvSpPr/>
          <p:nvPr/>
        </p:nvSpPr>
        <p:spPr>
          <a:xfrm>
            <a:off x="9463802" y="2058948"/>
            <a:ext cx="4489966" cy="2165271"/>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The decomposition reveals "latent factors" which are abstract features representing underlying user preferences (e.g., preference for action movies, comedies) and movie characteristics (e.g., genre, director's style). These factors are not directly observable but are inferred from the ratings.</a:t>
            </a:r>
            <a:endParaRPr lang="en-US" sz="1500" dirty="0"/>
          </a:p>
        </p:txBody>
      </p:sp>
      <p:pic>
        <p:nvPicPr>
          <p:cNvPr id="10" name="Image 1" descr="preencoded.png"/>
          <p:cNvPicPr>
            <a:picLocks noChangeAspect="1"/>
          </p:cNvPicPr>
          <p:nvPr/>
        </p:nvPicPr>
        <p:blipFill>
          <a:blip r:embed="rId4"/>
          <a:stretch>
            <a:fillRect/>
          </a:stretch>
        </p:blipFill>
        <p:spPr>
          <a:xfrm>
            <a:off x="5456396" y="2766536"/>
            <a:ext cx="3717488" cy="3717488"/>
          </a:xfrm>
          <a:prstGeom prst="rect">
            <a:avLst/>
          </a:prstGeom>
        </p:spPr>
      </p:pic>
      <p:sp>
        <p:nvSpPr>
          <p:cNvPr id="11" name="Shape 7"/>
          <p:cNvSpPr/>
          <p:nvPr/>
        </p:nvSpPr>
        <p:spPr>
          <a:xfrm>
            <a:off x="7967960" y="2834223"/>
            <a:ext cx="483275" cy="483275"/>
          </a:xfrm>
          <a:prstGeom prst="roundRect">
            <a:avLst>
              <a:gd name="adj" fmla="val 1890198"/>
            </a:avLst>
          </a:prstGeom>
          <a:solidFill>
            <a:srgbClr val="CCEEFF"/>
          </a:solidFill>
          <a:ln w="7620">
            <a:solidFill>
              <a:srgbClr val="B2D4E5"/>
            </a:solidFill>
            <a:prstDash val="solid"/>
          </a:ln>
        </p:spPr>
        <p:txBody>
          <a:bodyPr/>
          <a:lstStyle/>
          <a:p>
            <a:endParaRPr lang="en-IN"/>
          </a:p>
        </p:txBody>
      </p:sp>
      <p:sp>
        <p:nvSpPr>
          <p:cNvPr id="12" name="Text 8"/>
          <p:cNvSpPr/>
          <p:nvPr/>
        </p:nvSpPr>
        <p:spPr>
          <a:xfrm>
            <a:off x="8100834" y="2939951"/>
            <a:ext cx="217408" cy="271820"/>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Petrona Bold" pitchFamily="34" charset="0"/>
                <a:ea typeface="Petrona Bold" pitchFamily="34" charset="-122"/>
                <a:cs typeface="Petrona Bold" pitchFamily="34" charset="-120"/>
              </a:rPr>
              <a:t>2</a:t>
            </a:r>
            <a:endParaRPr lang="en-US" sz="1700" dirty="0"/>
          </a:p>
        </p:txBody>
      </p:sp>
      <p:sp>
        <p:nvSpPr>
          <p:cNvPr id="13" name="Text 9"/>
          <p:cNvSpPr/>
          <p:nvPr/>
        </p:nvSpPr>
        <p:spPr>
          <a:xfrm>
            <a:off x="9463802" y="4514136"/>
            <a:ext cx="2930009" cy="317063"/>
          </a:xfrm>
          <a:prstGeom prst="rect">
            <a:avLst/>
          </a:prstGeom>
          <a:noFill/>
          <a:ln/>
        </p:spPr>
        <p:txBody>
          <a:bodyPr wrap="none" lIns="0" tIns="0" rIns="0" bIns="0" rtlCol="0" anchor="t"/>
          <a:lstStyle/>
          <a:p>
            <a:pPr marL="0" indent="0" algn="l">
              <a:lnSpc>
                <a:spcPts val="2450"/>
              </a:lnSpc>
              <a:buNone/>
            </a:pPr>
            <a:r>
              <a:rPr lang="en-US" sz="1950" b="1" dirty="0">
                <a:solidFill>
                  <a:srgbClr val="272525"/>
                </a:solidFill>
                <a:latin typeface="Petrona Bold" pitchFamily="34" charset="0"/>
                <a:ea typeface="Petrona Bold" pitchFamily="34" charset="-122"/>
                <a:cs typeface="Petrona Bold" pitchFamily="34" charset="-120"/>
              </a:rPr>
              <a:t>Surprise SVD Parameters</a:t>
            </a:r>
            <a:endParaRPr lang="en-US" sz="1950" dirty="0"/>
          </a:p>
        </p:txBody>
      </p:sp>
      <p:sp>
        <p:nvSpPr>
          <p:cNvPr id="14" name="Text 10"/>
          <p:cNvSpPr/>
          <p:nvPr/>
        </p:nvSpPr>
        <p:spPr>
          <a:xfrm>
            <a:off x="9463802" y="4947166"/>
            <a:ext cx="4489966" cy="618649"/>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272525"/>
                </a:solidFill>
                <a:latin typeface="Inter" pitchFamily="34" charset="0"/>
                <a:ea typeface="Inter" pitchFamily="34" charset="-122"/>
                <a:cs typeface="Inter" pitchFamily="34" charset="-120"/>
              </a:rPr>
              <a:t>n_factors:</a:t>
            </a:r>
            <a:r>
              <a:rPr lang="en-US" sz="1500" dirty="0">
                <a:solidFill>
                  <a:srgbClr val="272525"/>
                </a:solidFill>
                <a:latin typeface="Inter" pitchFamily="34" charset="0"/>
                <a:ea typeface="Inter" pitchFamily="34" charset="-122"/>
                <a:cs typeface="Inter" pitchFamily="34" charset="-120"/>
              </a:rPr>
              <a:t> Number of latent factors to discover (e.g., 50, 100).</a:t>
            </a:r>
            <a:endParaRPr lang="en-US" sz="1500" dirty="0"/>
          </a:p>
        </p:txBody>
      </p:sp>
      <p:sp>
        <p:nvSpPr>
          <p:cNvPr id="15" name="Text 11"/>
          <p:cNvSpPr/>
          <p:nvPr/>
        </p:nvSpPr>
        <p:spPr>
          <a:xfrm>
            <a:off x="9463802" y="5633442"/>
            <a:ext cx="4489966" cy="618649"/>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272525"/>
                </a:solidFill>
                <a:latin typeface="Inter" pitchFamily="34" charset="0"/>
                <a:ea typeface="Inter" pitchFamily="34" charset="-122"/>
                <a:cs typeface="Inter" pitchFamily="34" charset="-120"/>
              </a:rPr>
              <a:t>n_epochs:</a:t>
            </a:r>
            <a:r>
              <a:rPr lang="en-US" sz="1500" dirty="0">
                <a:solidFill>
                  <a:srgbClr val="272525"/>
                </a:solidFill>
                <a:latin typeface="Inter" pitchFamily="34" charset="0"/>
                <a:ea typeface="Inter" pitchFamily="34" charset="-122"/>
                <a:cs typeface="Inter" pitchFamily="34" charset="-120"/>
              </a:rPr>
              <a:t> Number of iterations for the training process (e.g., 20).</a:t>
            </a:r>
            <a:endParaRPr lang="en-US" sz="1500" dirty="0"/>
          </a:p>
        </p:txBody>
      </p:sp>
      <p:sp>
        <p:nvSpPr>
          <p:cNvPr id="16" name="Text 12"/>
          <p:cNvSpPr/>
          <p:nvPr/>
        </p:nvSpPr>
        <p:spPr>
          <a:xfrm>
            <a:off x="9463802" y="6319718"/>
            <a:ext cx="4489966" cy="618649"/>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272525"/>
                </a:solidFill>
                <a:latin typeface="Inter" pitchFamily="34" charset="0"/>
                <a:ea typeface="Inter" pitchFamily="34" charset="-122"/>
                <a:cs typeface="Inter" pitchFamily="34" charset="-120"/>
              </a:rPr>
              <a:t>lr_all:</a:t>
            </a:r>
            <a:r>
              <a:rPr lang="en-US" sz="1500" dirty="0">
                <a:solidFill>
                  <a:srgbClr val="272525"/>
                </a:solidFill>
                <a:latin typeface="Inter" pitchFamily="34" charset="0"/>
                <a:ea typeface="Inter" pitchFamily="34" charset="-122"/>
                <a:cs typeface="Inter" pitchFamily="34" charset="-120"/>
              </a:rPr>
              <a:t> Learning rate, controlling the step size during optimization (e.g., 0.005).</a:t>
            </a:r>
            <a:endParaRPr lang="en-US" sz="1500" dirty="0"/>
          </a:p>
        </p:txBody>
      </p:sp>
      <p:sp>
        <p:nvSpPr>
          <p:cNvPr id="17" name="Text 13"/>
          <p:cNvSpPr/>
          <p:nvPr/>
        </p:nvSpPr>
        <p:spPr>
          <a:xfrm>
            <a:off x="9463802" y="7005995"/>
            <a:ext cx="4489966" cy="618649"/>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272525"/>
                </a:solidFill>
                <a:latin typeface="Inter" pitchFamily="34" charset="0"/>
                <a:ea typeface="Inter" pitchFamily="34" charset="-122"/>
                <a:cs typeface="Inter" pitchFamily="34" charset="-120"/>
              </a:rPr>
              <a:t>reg_all:</a:t>
            </a:r>
            <a:r>
              <a:rPr lang="en-US" sz="1500" dirty="0">
                <a:solidFill>
                  <a:srgbClr val="272525"/>
                </a:solidFill>
                <a:latin typeface="Inter" pitchFamily="34" charset="0"/>
                <a:ea typeface="Inter" pitchFamily="34" charset="-122"/>
                <a:cs typeface="Inter" pitchFamily="34" charset="-120"/>
              </a:rPr>
              <a:t> Regularization term, preventing overfitting (e.g., 0.02).</a:t>
            </a:r>
            <a:endParaRPr lang="en-US" sz="1500" dirty="0"/>
          </a:p>
        </p:txBody>
      </p:sp>
      <p:pic>
        <p:nvPicPr>
          <p:cNvPr id="18" name="Image 2" descr="preencoded.png"/>
          <p:cNvPicPr>
            <a:picLocks noChangeAspect="1"/>
          </p:cNvPicPr>
          <p:nvPr/>
        </p:nvPicPr>
        <p:blipFill>
          <a:blip r:embed="rId5"/>
          <a:stretch>
            <a:fillRect/>
          </a:stretch>
        </p:blipFill>
        <p:spPr>
          <a:xfrm>
            <a:off x="5456396" y="2766536"/>
            <a:ext cx="3717488" cy="3717488"/>
          </a:xfrm>
          <a:prstGeom prst="rect">
            <a:avLst/>
          </a:prstGeom>
        </p:spPr>
      </p:pic>
      <p:sp>
        <p:nvSpPr>
          <p:cNvPr id="19" name="Shape 14"/>
          <p:cNvSpPr/>
          <p:nvPr/>
        </p:nvSpPr>
        <p:spPr>
          <a:xfrm>
            <a:off x="7967960" y="5932944"/>
            <a:ext cx="483275" cy="483275"/>
          </a:xfrm>
          <a:prstGeom prst="roundRect">
            <a:avLst>
              <a:gd name="adj" fmla="val 1890198"/>
            </a:avLst>
          </a:prstGeom>
          <a:solidFill>
            <a:srgbClr val="CCEEFF"/>
          </a:solidFill>
          <a:ln w="7620">
            <a:solidFill>
              <a:srgbClr val="B2D4E5"/>
            </a:solidFill>
            <a:prstDash val="solid"/>
          </a:ln>
        </p:spPr>
        <p:txBody>
          <a:bodyPr/>
          <a:lstStyle/>
          <a:p>
            <a:endParaRPr lang="en-IN"/>
          </a:p>
        </p:txBody>
      </p:sp>
      <p:sp>
        <p:nvSpPr>
          <p:cNvPr id="20" name="Text 15"/>
          <p:cNvSpPr/>
          <p:nvPr/>
        </p:nvSpPr>
        <p:spPr>
          <a:xfrm>
            <a:off x="8100834" y="6038671"/>
            <a:ext cx="217408" cy="271820"/>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Petrona Bold" pitchFamily="34" charset="0"/>
                <a:ea typeface="Petrona Bold" pitchFamily="34" charset="-122"/>
                <a:cs typeface="Petrona Bold" pitchFamily="34" charset="-120"/>
              </a:rPr>
              <a:t>3</a:t>
            </a:r>
            <a:endParaRPr lang="en-US" sz="1700" dirty="0"/>
          </a:p>
        </p:txBody>
      </p:sp>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CFAE5863-DE3D-5A38-3CF4-FD47C452245F}"/>
                  </a:ext>
                </a:extLst>
              </p14:cNvPr>
              <p14:cNvContentPartPr/>
              <p14:nvPr/>
            </p14:nvContentPartPr>
            <p14:xfrm>
              <a:off x="12885622" y="7778940"/>
              <a:ext cx="1481910" cy="331436"/>
            </p14:xfrm>
          </p:contentPart>
        </mc:Choice>
        <mc:Fallback xmlns="">
          <p:pic>
            <p:nvPicPr>
              <p:cNvPr id="22" name="Ink 21">
                <a:extLst>
                  <a:ext uri="{FF2B5EF4-FFF2-40B4-BE49-F238E27FC236}">
                    <a16:creationId xmlns:a16="http://schemas.microsoft.com/office/drawing/2014/main" id="{CFAE5863-DE3D-5A38-3CF4-FD47C452245F}"/>
                  </a:ext>
                </a:extLst>
              </p:cNvPr>
              <p:cNvPicPr/>
              <p:nvPr/>
            </p:nvPicPr>
            <p:blipFill>
              <a:blip r:embed="rId7"/>
              <a:stretch>
                <a:fillRect/>
              </a:stretch>
            </p:blipFill>
            <p:spPr>
              <a:xfrm>
                <a:off x="12822976" y="7715964"/>
                <a:ext cx="1607563" cy="45702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6D536955-93AA-C148-075D-243F21206F55}"/>
                  </a:ext>
                </a:extLst>
              </p14:cNvPr>
              <p14:cNvContentPartPr/>
              <p14:nvPr/>
            </p14:nvContentPartPr>
            <p14:xfrm>
              <a:off x="13074877" y="7833058"/>
              <a:ext cx="1339920" cy="85680"/>
            </p14:xfrm>
          </p:contentPart>
        </mc:Choice>
        <mc:Fallback xmlns="">
          <p:pic>
            <p:nvPicPr>
              <p:cNvPr id="23" name="Ink 22">
                <a:extLst>
                  <a:ext uri="{FF2B5EF4-FFF2-40B4-BE49-F238E27FC236}">
                    <a16:creationId xmlns:a16="http://schemas.microsoft.com/office/drawing/2014/main" id="{6D536955-93AA-C148-075D-243F21206F55}"/>
                  </a:ext>
                </a:extLst>
              </p:cNvPr>
              <p:cNvPicPr/>
              <p:nvPr/>
            </p:nvPicPr>
            <p:blipFill>
              <a:blip r:embed="rId9"/>
              <a:stretch>
                <a:fillRect/>
              </a:stretch>
            </p:blipFill>
            <p:spPr>
              <a:xfrm>
                <a:off x="13012237" y="7770058"/>
                <a:ext cx="14655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4" name="Ink 23">
                <a:extLst>
                  <a:ext uri="{FF2B5EF4-FFF2-40B4-BE49-F238E27FC236}">
                    <a16:creationId xmlns:a16="http://schemas.microsoft.com/office/drawing/2014/main" id="{6C679A5E-2C98-2AD4-7860-EF016ABE1E11}"/>
                  </a:ext>
                </a:extLst>
              </p14:cNvPr>
              <p14:cNvContentPartPr/>
              <p14:nvPr/>
            </p14:nvContentPartPr>
            <p14:xfrm>
              <a:off x="13074877" y="7932058"/>
              <a:ext cx="1349640" cy="144720"/>
            </p14:xfrm>
          </p:contentPart>
        </mc:Choice>
        <mc:Fallback xmlns="">
          <p:pic>
            <p:nvPicPr>
              <p:cNvPr id="24" name="Ink 23">
                <a:extLst>
                  <a:ext uri="{FF2B5EF4-FFF2-40B4-BE49-F238E27FC236}">
                    <a16:creationId xmlns:a16="http://schemas.microsoft.com/office/drawing/2014/main" id="{6C679A5E-2C98-2AD4-7860-EF016ABE1E11}"/>
                  </a:ext>
                </a:extLst>
              </p:cNvPr>
              <p:cNvPicPr/>
              <p:nvPr/>
            </p:nvPicPr>
            <p:blipFill>
              <a:blip r:embed="rId11"/>
              <a:stretch>
                <a:fillRect/>
              </a:stretch>
            </p:blipFill>
            <p:spPr>
              <a:xfrm>
                <a:off x="13012237" y="7869058"/>
                <a:ext cx="1475280" cy="27036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2361" y="622578"/>
            <a:ext cx="5943124" cy="742950"/>
          </a:xfrm>
          <a:prstGeom prst="rect">
            <a:avLst/>
          </a:prstGeom>
          <a:noFill/>
          <a:ln/>
        </p:spPr>
        <p:txBody>
          <a:bodyPr wrap="none" lIns="0" tIns="0" rIns="0" bIns="0" rtlCol="0" anchor="t"/>
          <a:lstStyle/>
          <a:p>
            <a:pPr marL="0" indent="0" algn="l">
              <a:lnSpc>
                <a:spcPts val="5800"/>
              </a:lnSpc>
              <a:buNone/>
            </a:pPr>
            <a:r>
              <a:rPr lang="en-US" sz="4650" b="1" dirty="0">
                <a:solidFill>
                  <a:srgbClr val="000000"/>
                </a:solidFill>
                <a:latin typeface="Petrona Bold" pitchFamily="34" charset="0"/>
                <a:ea typeface="Petrona Bold" pitchFamily="34" charset="-122"/>
                <a:cs typeface="Petrona Bold" pitchFamily="34" charset="-120"/>
              </a:rPr>
              <a:t>Implementation</a:t>
            </a:r>
            <a:endParaRPr lang="en-US" sz="4650" dirty="0"/>
          </a:p>
        </p:txBody>
      </p:sp>
      <p:sp>
        <p:nvSpPr>
          <p:cNvPr id="3" name="Shape 1"/>
          <p:cNvSpPr/>
          <p:nvPr/>
        </p:nvSpPr>
        <p:spPr>
          <a:xfrm>
            <a:off x="792361" y="2837140"/>
            <a:ext cx="3006685" cy="226338"/>
          </a:xfrm>
          <a:prstGeom prst="roundRect">
            <a:avLst>
              <a:gd name="adj" fmla="val 42013"/>
            </a:avLst>
          </a:prstGeom>
          <a:solidFill>
            <a:srgbClr val="CCEEFF"/>
          </a:solidFill>
          <a:ln w="7620">
            <a:solidFill>
              <a:srgbClr val="B2D4E5"/>
            </a:solidFill>
            <a:prstDash val="solid"/>
          </a:ln>
        </p:spPr>
        <p:txBody>
          <a:bodyPr/>
          <a:lstStyle/>
          <a:p>
            <a:endParaRPr lang="en-IN"/>
          </a:p>
        </p:txBody>
      </p:sp>
      <p:sp>
        <p:nvSpPr>
          <p:cNvPr id="4" name="Text 2"/>
          <p:cNvSpPr/>
          <p:nvPr/>
        </p:nvSpPr>
        <p:spPr>
          <a:xfrm>
            <a:off x="792361" y="3403044"/>
            <a:ext cx="2971562" cy="371475"/>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Train the Model</a:t>
            </a:r>
            <a:endParaRPr lang="en-US" sz="2300" dirty="0"/>
          </a:p>
        </p:txBody>
      </p:sp>
      <p:sp>
        <p:nvSpPr>
          <p:cNvPr id="5" name="Text 3"/>
          <p:cNvSpPr/>
          <p:nvPr/>
        </p:nvSpPr>
        <p:spPr>
          <a:xfrm>
            <a:off x="792361" y="3910251"/>
            <a:ext cx="3006685" cy="3623072"/>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SVD model is instantiated with chosen parameters and then trained on the designated training set using </a:t>
            </a:r>
            <a:r>
              <a:rPr lang="en-US" sz="1750" b="1" dirty="0">
                <a:solidFill>
                  <a:srgbClr val="272525"/>
                </a:solidFill>
                <a:latin typeface="Inter" pitchFamily="34" charset="0"/>
                <a:ea typeface="Inter" pitchFamily="34" charset="-122"/>
                <a:cs typeface="Inter" pitchFamily="34" charset="-120"/>
              </a:rPr>
              <a:t>model.fit(trainset)</a:t>
            </a:r>
            <a:r>
              <a:rPr lang="en-US" sz="1750" dirty="0">
                <a:solidFill>
                  <a:srgbClr val="272525"/>
                </a:solidFill>
                <a:latin typeface="Inter" pitchFamily="34" charset="0"/>
                <a:ea typeface="Inter" pitchFamily="34" charset="-122"/>
                <a:cs typeface="Inter" pitchFamily="34" charset="-120"/>
              </a:rPr>
              <a:t>. During this phase, the model learns the latent factors from the provided user-movie ratings.</a:t>
            </a:r>
            <a:endParaRPr lang="en-US" sz="1750" dirty="0"/>
          </a:p>
        </p:txBody>
      </p:sp>
      <p:sp>
        <p:nvSpPr>
          <p:cNvPr id="6" name="Shape 4"/>
          <p:cNvSpPr/>
          <p:nvPr/>
        </p:nvSpPr>
        <p:spPr>
          <a:xfrm>
            <a:off x="4138613" y="2497455"/>
            <a:ext cx="3006804" cy="226338"/>
          </a:xfrm>
          <a:prstGeom prst="roundRect">
            <a:avLst>
              <a:gd name="adj" fmla="val 42013"/>
            </a:avLst>
          </a:prstGeom>
          <a:solidFill>
            <a:srgbClr val="CCEEFF"/>
          </a:solidFill>
          <a:ln w="7620">
            <a:solidFill>
              <a:srgbClr val="B2D4E5"/>
            </a:solidFill>
            <a:prstDash val="solid"/>
          </a:ln>
        </p:spPr>
        <p:txBody>
          <a:bodyPr/>
          <a:lstStyle/>
          <a:p>
            <a:endParaRPr lang="en-IN"/>
          </a:p>
        </p:txBody>
      </p:sp>
      <p:sp>
        <p:nvSpPr>
          <p:cNvPr id="7" name="Text 5"/>
          <p:cNvSpPr/>
          <p:nvPr/>
        </p:nvSpPr>
        <p:spPr>
          <a:xfrm>
            <a:off x="4138613" y="3063359"/>
            <a:ext cx="2971562" cy="371475"/>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Make Predictions</a:t>
            </a:r>
            <a:endParaRPr lang="en-US" sz="2300" dirty="0"/>
          </a:p>
        </p:txBody>
      </p:sp>
      <p:sp>
        <p:nvSpPr>
          <p:cNvPr id="8" name="Text 6"/>
          <p:cNvSpPr/>
          <p:nvPr/>
        </p:nvSpPr>
        <p:spPr>
          <a:xfrm>
            <a:off x="4138613" y="3570565"/>
            <a:ext cx="3006804" cy="326076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Once trained, the model is used to predict ratings for movies in the test set. The </a:t>
            </a:r>
            <a:r>
              <a:rPr lang="en-US" sz="1750" b="1" dirty="0">
                <a:solidFill>
                  <a:srgbClr val="272525"/>
                </a:solidFill>
                <a:latin typeface="Inter" pitchFamily="34" charset="0"/>
                <a:ea typeface="Inter" pitchFamily="34" charset="-122"/>
                <a:cs typeface="Inter" pitchFamily="34" charset="-120"/>
              </a:rPr>
              <a:t>model.test(testset)</a:t>
            </a:r>
            <a:r>
              <a:rPr lang="en-US" sz="1750" dirty="0">
                <a:solidFill>
                  <a:srgbClr val="272525"/>
                </a:solidFill>
                <a:latin typeface="Inter" pitchFamily="34" charset="0"/>
                <a:ea typeface="Inter" pitchFamily="34" charset="-122"/>
                <a:cs typeface="Inter" pitchFamily="34" charset="-120"/>
              </a:rPr>
              <a:t> method generates predictions for all user-movie pairs present in the test set, allowing us to compare them with actual ratings.</a:t>
            </a:r>
            <a:endParaRPr lang="en-US" sz="1750" dirty="0"/>
          </a:p>
        </p:txBody>
      </p:sp>
      <p:sp>
        <p:nvSpPr>
          <p:cNvPr id="9" name="Shape 7"/>
          <p:cNvSpPr/>
          <p:nvPr/>
        </p:nvSpPr>
        <p:spPr>
          <a:xfrm>
            <a:off x="7484983" y="2157889"/>
            <a:ext cx="3006685" cy="226338"/>
          </a:xfrm>
          <a:prstGeom prst="roundRect">
            <a:avLst>
              <a:gd name="adj" fmla="val 42013"/>
            </a:avLst>
          </a:prstGeom>
          <a:solidFill>
            <a:srgbClr val="CCEEFF"/>
          </a:solidFill>
          <a:ln w="7620">
            <a:solidFill>
              <a:srgbClr val="B2D4E5"/>
            </a:solidFill>
            <a:prstDash val="solid"/>
          </a:ln>
        </p:spPr>
        <p:txBody>
          <a:bodyPr/>
          <a:lstStyle/>
          <a:p>
            <a:endParaRPr lang="en-IN"/>
          </a:p>
        </p:txBody>
      </p:sp>
      <p:sp>
        <p:nvSpPr>
          <p:cNvPr id="10" name="Text 8"/>
          <p:cNvSpPr/>
          <p:nvPr/>
        </p:nvSpPr>
        <p:spPr>
          <a:xfrm>
            <a:off x="7484983" y="2723793"/>
            <a:ext cx="2995613" cy="371475"/>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Evaluate Performance</a:t>
            </a:r>
            <a:endParaRPr lang="en-US" sz="2300" dirty="0"/>
          </a:p>
        </p:txBody>
      </p:sp>
      <p:sp>
        <p:nvSpPr>
          <p:cNvPr id="11" name="Text 9"/>
          <p:cNvSpPr/>
          <p:nvPr/>
        </p:nvSpPr>
        <p:spPr>
          <a:xfrm>
            <a:off x="7484983" y="3230999"/>
            <a:ext cx="3006685" cy="3623072"/>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accuracy of the model's predictions is assessed using standard evaluation metrics: Root Mean Squared Error (RMSE) and Mean Absolute Error (MAE). These metrics quantify the difference between predicted and actual ratings.</a:t>
            </a:r>
            <a:endParaRPr lang="en-US" sz="1750" dirty="0"/>
          </a:p>
        </p:txBody>
      </p:sp>
      <p:sp>
        <p:nvSpPr>
          <p:cNvPr id="12" name="Shape 10"/>
          <p:cNvSpPr/>
          <p:nvPr/>
        </p:nvSpPr>
        <p:spPr>
          <a:xfrm>
            <a:off x="10831235" y="1818323"/>
            <a:ext cx="3006804" cy="226338"/>
          </a:xfrm>
          <a:prstGeom prst="roundRect">
            <a:avLst>
              <a:gd name="adj" fmla="val 42013"/>
            </a:avLst>
          </a:prstGeom>
          <a:solidFill>
            <a:srgbClr val="CCEEFF"/>
          </a:solidFill>
          <a:ln w="7620">
            <a:solidFill>
              <a:srgbClr val="B2D4E5"/>
            </a:solidFill>
            <a:prstDash val="solid"/>
          </a:ln>
        </p:spPr>
        <p:txBody>
          <a:bodyPr/>
          <a:lstStyle/>
          <a:p>
            <a:endParaRPr lang="en-IN"/>
          </a:p>
        </p:txBody>
      </p:sp>
      <p:sp>
        <p:nvSpPr>
          <p:cNvPr id="13" name="Text 11"/>
          <p:cNvSpPr/>
          <p:nvPr/>
        </p:nvSpPr>
        <p:spPr>
          <a:xfrm>
            <a:off x="10831235" y="2384227"/>
            <a:ext cx="3006804" cy="742950"/>
          </a:xfrm>
          <a:prstGeom prst="rect">
            <a:avLst/>
          </a:prstGeom>
          <a:noFill/>
          <a:ln/>
        </p:spPr>
        <p:txBody>
          <a:bodyPr wrap="squar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Recommend Top N Movies</a:t>
            </a:r>
            <a:endParaRPr lang="en-US" sz="2300" dirty="0"/>
          </a:p>
        </p:txBody>
      </p:sp>
      <p:sp>
        <p:nvSpPr>
          <p:cNvPr id="14" name="Text 12"/>
          <p:cNvSpPr/>
          <p:nvPr/>
        </p:nvSpPr>
        <p:spPr>
          <a:xfrm>
            <a:off x="10831235" y="3262908"/>
            <a:ext cx="3006804" cy="4347686"/>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For a specific user, we predict their ratings for all movies they haven't seen using </a:t>
            </a:r>
            <a:r>
              <a:rPr lang="en-US" sz="1750" b="1" dirty="0">
                <a:solidFill>
                  <a:srgbClr val="272525"/>
                </a:solidFill>
                <a:latin typeface="Inter" pitchFamily="34" charset="0"/>
                <a:ea typeface="Inter" pitchFamily="34" charset="-122"/>
                <a:cs typeface="Inter" pitchFamily="34" charset="-120"/>
              </a:rPr>
              <a:t>model.predict(user_id, item_id)</a:t>
            </a:r>
            <a:r>
              <a:rPr lang="en-US" sz="1750" dirty="0">
                <a:solidFill>
                  <a:srgbClr val="272525"/>
                </a:solidFill>
                <a:latin typeface="Inter" pitchFamily="34" charset="0"/>
                <a:ea typeface="Inter" pitchFamily="34" charset="-122"/>
                <a:cs typeface="Inter" pitchFamily="34" charset="-120"/>
              </a:rPr>
              <a:t>. These predictions are then sorted in descending order to identify the top N movies with the highest predicted ratings, which are then recommended to the user.</a:t>
            </a:r>
            <a:endParaRPr lang="en-US" sz="1750" dirty="0"/>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FC880288-1602-C8E5-A5D4-6A324D604AFE}"/>
                  </a:ext>
                </a:extLst>
              </p14:cNvPr>
              <p14:cNvContentPartPr/>
              <p14:nvPr/>
            </p14:nvContentPartPr>
            <p14:xfrm rot="-2272276">
              <a:off x="12889995" y="7871076"/>
              <a:ext cx="168884" cy="163724"/>
            </p14:xfrm>
          </p:contentPart>
        </mc:Choice>
        <mc:Fallback xmlns="">
          <p:pic>
            <p:nvPicPr>
              <p:cNvPr id="19" name="Ink 18">
                <a:extLst>
                  <a:ext uri="{FF2B5EF4-FFF2-40B4-BE49-F238E27FC236}">
                    <a16:creationId xmlns:a16="http://schemas.microsoft.com/office/drawing/2014/main" id="{FC880288-1602-C8E5-A5D4-6A324D604AFE}"/>
                  </a:ext>
                </a:extLst>
              </p:cNvPr>
              <p:cNvPicPr/>
              <p:nvPr/>
            </p:nvPicPr>
            <p:blipFill>
              <a:blip r:embed="rId4"/>
              <a:stretch>
                <a:fillRect/>
              </a:stretch>
            </p:blipFill>
            <p:spPr>
              <a:xfrm rot="-2272276">
                <a:off x="12827113" y="7808105"/>
                <a:ext cx="294289" cy="28930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ED9D66EC-1931-6C97-201F-DAC61EEF4F94}"/>
                  </a:ext>
                </a:extLst>
              </p14:cNvPr>
              <p14:cNvContentPartPr/>
              <p14:nvPr/>
            </p14:nvContentPartPr>
            <p14:xfrm>
              <a:off x="13188277" y="7927738"/>
              <a:ext cx="360" cy="360"/>
            </p14:xfrm>
          </p:contentPart>
        </mc:Choice>
        <mc:Fallback xmlns="">
          <p:pic>
            <p:nvPicPr>
              <p:cNvPr id="17" name="Ink 16">
                <a:extLst>
                  <a:ext uri="{FF2B5EF4-FFF2-40B4-BE49-F238E27FC236}">
                    <a16:creationId xmlns:a16="http://schemas.microsoft.com/office/drawing/2014/main" id="{ED9D66EC-1931-6C97-201F-DAC61EEF4F94}"/>
                  </a:ext>
                </a:extLst>
              </p:cNvPr>
              <p:cNvPicPr/>
              <p:nvPr/>
            </p:nvPicPr>
            <p:blipFill>
              <a:blip r:embed="rId6"/>
              <a:stretch>
                <a:fillRect/>
              </a:stretch>
            </p:blipFill>
            <p:spPr>
              <a:xfrm>
                <a:off x="13125277" y="786509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8" name="Ink 27">
                <a:extLst>
                  <a:ext uri="{FF2B5EF4-FFF2-40B4-BE49-F238E27FC236}">
                    <a16:creationId xmlns:a16="http://schemas.microsoft.com/office/drawing/2014/main" id="{90CA51B2-A48A-4CD5-1C0D-D08C5F522E60}"/>
                  </a:ext>
                </a:extLst>
              </p14:cNvPr>
              <p14:cNvContentPartPr/>
              <p14:nvPr/>
            </p14:nvContentPartPr>
            <p14:xfrm>
              <a:off x="13298596" y="7802355"/>
              <a:ext cx="1049802" cy="225206"/>
            </p14:xfrm>
          </p:contentPart>
        </mc:Choice>
        <mc:Fallback xmlns="">
          <p:pic>
            <p:nvPicPr>
              <p:cNvPr id="28" name="Ink 27">
                <a:extLst>
                  <a:ext uri="{FF2B5EF4-FFF2-40B4-BE49-F238E27FC236}">
                    <a16:creationId xmlns:a16="http://schemas.microsoft.com/office/drawing/2014/main" id="{90CA51B2-A48A-4CD5-1C0D-D08C5F522E60}"/>
                  </a:ext>
                </a:extLst>
              </p:cNvPr>
              <p:cNvPicPr/>
              <p:nvPr/>
            </p:nvPicPr>
            <p:blipFill>
              <a:blip r:embed="rId8"/>
              <a:stretch>
                <a:fillRect/>
              </a:stretch>
            </p:blipFill>
            <p:spPr>
              <a:xfrm>
                <a:off x="13235593" y="7739297"/>
                <a:ext cx="1175447" cy="350961"/>
              </a:xfrm>
              <a:prstGeom prst="rect">
                <a:avLst/>
              </a:prstGeom>
            </p:spPr>
          </p:pic>
        </mc:Fallback>
      </mc:AlternateContent>
      <p:grpSp>
        <p:nvGrpSpPr>
          <p:cNvPr id="41" name="Group 40">
            <a:extLst>
              <a:ext uri="{FF2B5EF4-FFF2-40B4-BE49-F238E27FC236}">
                <a16:creationId xmlns:a16="http://schemas.microsoft.com/office/drawing/2014/main" id="{E5315860-666A-7C13-CA9B-CCB6FFA2CE85}"/>
              </a:ext>
            </a:extLst>
          </p:cNvPr>
          <p:cNvGrpSpPr/>
          <p:nvPr/>
        </p:nvGrpSpPr>
        <p:grpSpPr>
          <a:xfrm>
            <a:off x="13093597" y="7767538"/>
            <a:ext cx="1415160" cy="321120"/>
            <a:chOff x="13093597" y="7767538"/>
            <a:chExt cx="1415160" cy="321120"/>
          </a:xfrm>
        </p:grpSpPr>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E7EF4828-2E31-5062-604E-01E1AE50B327}"/>
                    </a:ext>
                  </a:extLst>
                </p14:cNvPr>
                <p14:cNvContentPartPr/>
                <p14:nvPr/>
              </p14:nvContentPartPr>
              <p14:xfrm>
                <a:off x="13216357" y="7937098"/>
                <a:ext cx="360" cy="360"/>
              </p14:xfrm>
            </p:contentPart>
          </mc:Choice>
          <mc:Fallback xmlns="">
            <p:pic>
              <p:nvPicPr>
                <p:cNvPr id="20" name="Ink 19">
                  <a:extLst>
                    <a:ext uri="{FF2B5EF4-FFF2-40B4-BE49-F238E27FC236}">
                      <a16:creationId xmlns:a16="http://schemas.microsoft.com/office/drawing/2014/main" id="{E7EF4828-2E31-5062-604E-01E1AE50B327}"/>
                    </a:ext>
                  </a:extLst>
                </p:cNvPr>
                <p:cNvPicPr/>
                <p:nvPr/>
              </p:nvPicPr>
              <p:blipFill>
                <a:blip r:embed="rId6"/>
                <a:stretch>
                  <a:fillRect/>
                </a:stretch>
              </p:blipFill>
              <p:spPr>
                <a:xfrm>
                  <a:off x="13153357" y="787445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F3CBF0A8-2D9E-DE41-9C8D-52643CCBD104}"/>
                    </a:ext>
                  </a:extLst>
                </p14:cNvPr>
                <p14:cNvContentPartPr/>
                <p14:nvPr/>
              </p14:nvContentPartPr>
              <p14:xfrm>
                <a:off x="13216357" y="7937098"/>
                <a:ext cx="360" cy="360"/>
              </p14:xfrm>
            </p:contentPart>
          </mc:Choice>
          <mc:Fallback xmlns="">
            <p:pic>
              <p:nvPicPr>
                <p:cNvPr id="21" name="Ink 20">
                  <a:extLst>
                    <a:ext uri="{FF2B5EF4-FFF2-40B4-BE49-F238E27FC236}">
                      <a16:creationId xmlns:a16="http://schemas.microsoft.com/office/drawing/2014/main" id="{F3CBF0A8-2D9E-DE41-9C8D-52643CCBD104}"/>
                    </a:ext>
                  </a:extLst>
                </p:cNvPr>
                <p:cNvPicPr/>
                <p:nvPr/>
              </p:nvPicPr>
              <p:blipFill>
                <a:blip r:embed="rId6"/>
                <a:stretch>
                  <a:fillRect/>
                </a:stretch>
              </p:blipFill>
              <p:spPr>
                <a:xfrm>
                  <a:off x="13153357" y="787445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ED7C1764-43EA-37E3-71F1-F51428C0B0F0}"/>
                    </a:ext>
                  </a:extLst>
                </p14:cNvPr>
                <p14:cNvContentPartPr/>
                <p14:nvPr/>
              </p14:nvContentPartPr>
              <p14:xfrm>
                <a:off x="13131757" y="7871218"/>
                <a:ext cx="360" cy="360"/>
              </p14:xfrm>
            </p:contentPart>
          </mc:Choice>
          <mc:Fallback xmlns="">
            <p:pic>
              <p:nvPicPr>
                <p:cNvPr id="22" name="Ink 21">
                  <a:extLst>
                    <a:ext uri="{FF2B5EF4-FFF2-40B4-BE49-F238E27FC236}">
                      <a16:creationId xmlns:a16="http://schemas.microsoft.com/office/drawing/2014/main" id="{ED7C1764-43EA-37E3-71F1-F51428C0B0F0}"/>
                    </a:ext>
                  </a:extLst>
                </p:cNvPr>
                <p:cNvPicPr/>
                <p:nvPr/>
              </p:nvPicPr>
              <p:blipFill>
                <a:blip r:embed="rId6"/>
                <a:stretch>
                  <a:fillRect/>
                </a:stretch>
              </p:blipFill>
              <p:spPr>
                <a:xfrm>
                  <a:off x="13068757" y="780857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BD3C36A2-B9F2-DD9F-2B37-692E089D6468}"/>
                    </a:ext>
                  </a:extLst>
                </p14:cNvPr>
                <p14:cNvContentPartPr/>
                <p14:nvPr/>
              </p14:nvContentPartPr>
              <p14:xfrm>
                <a:off x="13131757" y="7871218"/>
                <a:ext cx="360" cy="360"/>
              </p14:xfrm>
            </p:contentPart>
          </mc:Choice>
          <mc:Fallback xmlns="">
            <p:pic>
              <p:nvPicPr>
                <p:cNvPr id="23" name="Ink 22">
                  <a:extLst>
                    <a:ext uri="{FF2B5EF4-FFF2-40B4-BE49-F238E27FC236}">
                      <a16:creationId xmlns:a16="http://schemas.microsoft.com/office/drawing/2014/main" id="{BD3C36A2-B9F2-DD9F-2B37-692E089D6468}"/>
                    </a:ext>
                  </a:extLst>
                </p:cNvPr>
                <p:cNvPicPr/>
                <p:nvPr/>
              </p:nvPicPr>
              <p:blipFill>
                <a:blip r:embed="rId6"/>
                <a:stretch>
                  <a:fillRect/>
                </a:stretch>
              </p:blipFill>
              <p:spPr>
                <a:xfrm>
                  <a:off x="13068757" y="780857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D4A4AC73-37F9-F097-044D-159B440DD443}"/>
                    </a:ext>
                  </a:extLst>
                </p14:cNvPr>
                <p14:cNvContentPartPr/>
                <p14:nvPr/>
              </p14:nvContentPartPr>
              <p14:xfrm>
                <a:off x="13131757" y="7871218"/>
                <a:ext cx="360" cy="360"/>
              </p14:xfrm>
            </p:contentPart>
          </mc:Choice>
          <mc:Fallback xmlns="">
            <p:pic>
              <p:nvPicPr>
                <p:cNvPr id="24" name="Ink 23">
                  <a:extLst>
                    <a:ext uri="{FF2B5EF4-FFF2-40B4-BE49-F238E27FC236}">
                      <a16:creationId xmlns:a16="http://schemas.microsoft.com/office/drawing/2014/main" id="{D4A4AC73-37F9-F097-044D-159B440DD443}"/>
                    </a:ext>
                  </a:extLst>
                </p:cNvPr>
                <p:cNvPicPr/>
                <p:nvPr/>
              </p:nvPicPr>
              <p:blipFill>
                <a:blip r:embed="rId6"/>
                <a:stretch>
                  <a:fillRect/>
                </a:stretch>
              </p:blipFill>
              <p:spPr>
                <a:xfrm>
                  <a:off x="13068757" y="780857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Ink 28">
                  <a:extLst>
                    <a:ext uri="{FF2B5EF4-FFF2-40B4-BE49-F238E27FC236}">
                      <a16:creationId xmlns:a16="http://schemas.microsoft.com/office/drawing/2014/main" id="{7F385656-6B2D-098D-34D8-2D1F9860B8CA}"/>
                    </a:ext>
                  </a:extLst>
                </p14:cNvPr>
                <p14:cNvContentPartPr/>
                <p14:nvPr/>
              </p14:nvContentPartPr>
              <p14:xfrm>
                <a:off x="13188277" y="7993618"/>
                <a:ext cx="360" cy="360"/>
              </p14:xfrm>
            </p:contentPart>
          </mc:Choice>
          <mc:Fallback xmlns="">
            <p:pic>
              <p:nvPicPr>
                <p:cNvPr id="29" name="Ink 28">
                  <a:extLst>
                    <a:ext uri="{FF2B5EF4-FFF2-40B4-BE49-F238E27FC236}">
                      <a16:creationId xmlns:a16="http://schemas.microsoft.com/office/drawing/2014/main" id="{7F385656-6B2D-098D-34D8-2D1F9860B8CA}"/>
                    </a:ext>
                  </a:extLst>
                </p:cNvPr>
                <p:cNvPicPr/>
                <p:nvPr/>
              </p:nvPicPr>
              <p:blipFill>
                <a:blip r:embed="rId6"/>
                <a:stretch>
                  <a:fillRect/>
                </a:stretch>
              </p:blipFill>
              <p:spPr>
                <a:xfrm>
                  <a:off x="13125277" y="793097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0" name="Ink 29">
                  <a:extLst>
                    <a:ext uri="{FF2B5EF4-FFF2-40B4-BE49-F238E27FC236}">
                      <a16:creationId xmlns:a16="http://schemas.microsoft.com/office/drawing/2014/main" id="{796077DB-C219-3ED1-F181-4E51BA72F708}"/>
                    </a:ext>
                  </a:extLst>
                </p14:cNvPr>
                <p14:cNvContentPartPr/>
                <p14:nvPr/>
              </p14:nvContentPartPr>
              <p14:xfrm>
                <a:off x="13188277" y="7993618"/>
                <a:ext cx="360" cy="360"/>
              </p14:xfrm>
            </p:contentPart>
          </mc:Choice>
          <mc:Fallback xmlns="">
            <p:pic>
              <p:nvPicPr>
                <p:cNvPr id="30" name="Ink 29">
                  <a:extLst>
                    <a:ext uri="{FF2B5EF4-FFF2-40B4-BE49-F238E27FC236}">
                      <a16:creationId xmlns:a16="http://schemas.microsoft.com/office/drawing/2014/main" id="{796077DB-C219-3ED1-F181-4E51BA72F708}"/>
                    </a:ext>
                  </a:extLst>
                </p:cNvPr>
                <p:cNvPicPr/>
                <p:nvPr/>
              </p:nvPicPr>
              <p:blipFill>
                <a:blip r:embed="rId6"/>
                <a:stretch>
                  <a:fillRect/>
                </a:stretch>
              </p:blipFill>
              <p:spPr>
                <a:xfrm>
                  <a:off x="13125277" y="793097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 name="Ink 30">
                  <a:extLst>
                    <a:ext uri="{FF2B5EF4-FFF2-40B4-BE49-F238E27FC236}">
                      <a16:creationId xmlns:a16="http://schemas.microsoft.com/office/drawing/2014/main" id="{EAFD5A91-BD9C-59AE-02F5-5F3673FBF7BD}"/>
                    </a:ext>
                  </a:extLst>
                </p14:cNvPr>
                <p14:cNvContentPartPr/>
                <p14:nvPr/>
              </p14:nvContentPartPr>
              <p14:xfrm>
                <a:off x="13188277" y="7993618"/>
                <a:ext cx="360" cy="360"/>
              </p14:xfrm>
            </p:contentPart>
          </mc:Choice>
          <mc:Fallback xmlns="">
            <p:pic>
              <p:nvPicPr>
                <p:cNvPr id="31" name="Ink 30">
                  <a:extLst>
                    <a:ext uri="{FF2B5EF4-FFF2-40B4-BE49-F238E27FC236}">
                      <a16:creationId xmlns:a16="http://schemas.microsoft.com/office/drawing/2014/main" id="{EAFD5A91-BD9C-59AE-02F5-5F3673FBF7BD}"/>
                    </a:ext>
                  </a:extLst>
                </p:cNvPr>
                <p:cNvPicPr/>
                <p:nvPr/>
              </p:nvPicPr>
              <p:blipFill>
                <a:blip r:embed="rId6"/>
                <a:stretch>
                  <a:fillRect/>
                </a:stretch>
              </p:blipFill>
              <p:spPr>
                <a:xfrm>
                  <a:off x="13125277" y="793097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46FABF73-3F69-1271-A039-695FC18B4946}"/>
                    </a:ext>
                  </a:extLst>
                </p14:cNvPr>
                <p14:cNvContentPartPr/>
                <p14:nvPr/>
              </p14:nvContentPartPr>
              <p14:xfrm>
                <a:off x="13093597" y="8059498"/>
                <a:ext cx="360" cy="360"/>
              </p14:xfrm>
            </p:contentPart>
          </mc:Choice>
          <mc:Fallback xmlns="">
            <p:pic>
              <p:nvPicPr>
                <p:cNvPr id="33" name="Ink 32">
                  <a:extLst>
                    <a:ext uri="{FF2B5EF4-FFF2-40B4-BE49-F238E27FC236}">
                      <a16:creationId xmlns:a16="http://schemas.microsoft.com/office/drawing/2014/main" id="{46FABF73-3F69-1271-A039-695FC18B4946}"/>
                    </a:ext>
                  </a:extLst>
                </p:cNvPr>
                <p:cNvPicPr/>
                <p:nvPr/>
              </p:nvPicPr>
              <p:blipFill>
                <a:blip r:embed="rId6"/>
                <a:stretch>
                  <a:fillRect/>
                </a:stretch>
              </p:blipFill>
              <p:spPr>
                <a:xfrm>
                  <a:off x="13030957" y="799685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4" name="Ink 33">
                  <a:extLst>
                    <a:ext uri="{FF2B5EF4-FFF2-40B4-BE49-F238E27FC236}">
                      <a16:creationId xmlns:a16="http://schemas.microsoft.com/office/drawing/2014/main" id="{770426D7-442C-1DCC-0B15-11FF327DDC8A}"/>
                    </a:ext>
                  </a:extLst>
                </p14:cNvPr>
                <p14:cNvContentPartPr/>
                <p14:nvPr/>
              </p14:nvContentPartPr>
              <p14:xfrm>
                <a:off x="13197637" y="8088298"/>
                <a:ext cx="360" cy="360"/>
              </p14:xfrm>
            </p:contentPart>
          </mc:Choice>
          <mc:Fallback xmlns="">
            <p:pic>
              <p:nvPicPr>
                <p:cNvPr id="34" name="Ink 33">
                  <a:extLst>
                    <a:ext uri="{FF2B5EF4-FFF2-40B4-BE49-F238E27FC236}">
                      <a16:creationId xmlns:a16="http://schemas.microsoft.com/office/drawing/2014/main" id="{770426D7-442C-1DCC-0B15-11FF327DDC8A}"/>
                    </a:ext>
                  </a:extLst>
                </p:cNvPr>
                <p:cNvPicPr/>
                <p:nvPr/>
              </p:nvPicPr>
              <p:blipFill>
                <a:blip r:embed="rId6"/>
                <a:stretch>
                  <a:fillRect/>
                </a:stretch>
              </p:blipFill>
              <p:spPr>
                <a:xfrm>
                  <a:off x="13134637" y="802529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22C4DD09-C214-6E14-C176-00112D5B745D}"/>
                    </a:ext>
                  </a:extLst>
                </p14:cNvPr>
                <p14:cNvContentPartPr/>
                <p14:nvPr/>
              </p14:nvContentPartPr>
              <p14:xfrm>
                <a:off x="13188277" y="7767538"/>
                <a:ext cx="360" cy="360"/>
              </p14:xfrm>
            </p:contentPart>
          </mc:Choice>
          <mc:Fallback xmlns="">
            <p:pic>
              <p:nvPicPr>
                <p:cNvPr id="36" name="Ink 35">
                  <a:extLst>
                    <a:ext uri="{FF2B5EF4-FFF2-40B4-BE49-F238E27FC236}">
                      <a16:creationId xmlns:a16="http://schemas.microsoft.com/office/drawing/2014/main" id="{22C4DD09-C214-6E14-C176-00112D5B745D}"/>
                    </a:ext>
                  </a:extLst>
                </p:cNvPr>
                <p:cNvPicPr/>
                <p:nvPr/>
              </p:nvPicPr>
              <p:blipFill>
                <a:blip r:embed="rId6"/>
                <a:stretch>
                  <a:fillRect/>
                </a:stretch>
              </p:blipFill>
              <p:spPr>
                <a:xfrm>
                  <a:off x="13125277" y="770453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8" name="Ink 37">
                  <a:extLst>
                    <a:ext uri="{FF2B5EF4-FFF2-40B4-BE49-F238E27FC236}">
                      <a16:creationId xmlns:a16="http://schemas.microsoft.com/office/drawing/2014/main" id="{FE854843-0878-0F20-038A-0BE47EF9E7A4}"/>
                    </a:ext>
                  </a:extLst>
                </p14:cNvPr>
                <p14:cNvContentPartPr/>
                <p14:nvPr/>
              </p14:nvContentPartPr>
              <p14:xfrm>
                <a:off x="13376557" y="7882018"/>
                <a:ext cx="1132200" cy="131400"/>
              </p14:xfrm>
            </p:contentPart>
          </mc:Choice>
          <mc:Fallback xmlns="">
            <p:pic>
              <p:nvPicPr>
                <p:cNvPr id="38" name="Ink 37">
                  <a:extLst>
                    <a:ext uri="{FF2B5EF4-FFF2-40B4-BE49-F238E27FC236}">
                      <a16:creationId xmlns:a16="http://schemas.microsoft.com/office/drawing/2014/main" id="{FE854843-0878-0F20-038A-0BE47EF9E7A4}"/>
                    </a:ext>
                  </a:extLst>
                </p:cNvPr>
                <p:cNvPicPr/>
                <p:nvPr/>
              </p:nvPicPr>
              <p:blipFill>
                <a:blip r:embed="rId21"/>
                <a:stretch>
                  <a:fillRect/>
                </a:stretch>
              </p:blipFill>
              <p:spPr>
                <a:xfrm>
                  <a:off x="13313557" y="7819018"/>
                  <a:ext cx="125784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0" name="Ink 39">
                  <a:extLst>
                    <a:ext uri="{FF2B5EF4-FFF2-40B4-BE49-F238E27FC236}">
                      <a16:creationId xmlns:a16="http://schemas.microsoft.com/office/drawing/2014/main" id="{E49A25EE-C8D9-BB8F-233A-6A88AC2E38B1}"/>
                    </a:ext>
                  </a:extLst>
                </p14:cNvPr>
                <p14:cNvContentPartPr/>
                <p14:nvPr/>
              </p14:nvContentPartPr>
              <p14:xfrm>
                <a:off x="13898197" y="7861858"/>
                <a:ext cx="383760" cy="10080"/>
              </p14:xfrm>
            </p:contentPart>
          </mc:Choice>
          <mc:Fallback xmlns="">
            <p:pic>
              <p:nvPicPr>
                <p:cNvPr id="40" name="Ink 39">
                  <a:extLst>
                    <a:ext uri="{FF2B5EF4-FFF2-40B4-BE49-F238E27FC236}">
                      <a16:creationId xmlns:a16="http://schemas.microsoft.com/office/drawing/2014/main" id="{E49A25EE-C8D9-BB8F-233A-6A88AC2E38B1}"/>
                    </a:ext>
                  </a:extLst>
                </p:cNvPr>
                <p:cNvPicPr/>
                <p:nvPr/>
              </p:nvPicPr>
              <p:blipFill>
                <a:blip r:embed="rId23"/>
                <a:stretch>
                  <a:fillRect/>
                </a:stretch>
              </p:blipFill>
              <p:spPr>
                <a:xfrm>
                  <a:off x="13835197" y="7798858"/>
                  <a:ext cx="509400" cy="135720"/>
                </a:xfrm>
                <a:prstGeom prst="rect">
                  <a:avLst/>
                </a:prstGeom>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335405"/>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Results</a:t>
            </a:r>
            <a:endParaRPr lang="en-US" sz="4650" dirty="0"/>
          </a:p>
        </p:txBody>
      </p:sp>
      <p:sp>
        <p:nvSpPr>
          <p:cNvPr id="4" name="Shape 1"/>
          <p:cNvSpPr/>
          <p:nvPr/>
        </p:nvSpPr>
        <p:spPr>
          <a:xfrm>
            <a:off x="6280190" y="2419826"/>
            <a:ext cx="7556421" cy="1315879"/>
          </a:xfrm>
          <a:prstGeom prst="roundRect">
            <a:avLst>
              <a:gd name="adj" fmla="val 7240"/>
            </a:avLst>
          </a:prstGeom>
          <a:noFill/>
          <a:ln w="7620">
            <a:solidFill>
              <a:srgbClr val="000000">
                <a:alpha val="8000"/>
              </a:srgbClr>
            </a:solidFill>
            <a:prstDash val="solid"/>
          </a:ln>
        </p:spPr>
        <p:txBody>
          <a:bodyPr/>
          <a:lstStyle/>
          <a:p>
            <a:endParaRPr lang="en-IN"/>
          </a:p>
        </p:txBody>
      </p:sp>
      <p:sp>
        <p:nvSpPr>
          <p:cNvPr id="5" name="Shape 2"/>
          <p:cNvSpPr/>
          <p:nvPr/>
        </p:nvSpPr>
        <p:spPr>
          <a:xfrm>
            <a:off x="6287810" y="2427446"/>
            <a:ext cx="7541181" cy="650319"/>
          </a:xfrm>
          <a:prstGeom prst="rect">
            <a:avLst/>
          </a:prstGeom>
          <a:solidFill>
            <a:srgbClr val="FFFFFF">
              <a:alpha val="4000"/>
            </a:srgbClr>
          </a:solidFill>
          <a:ln/>
        </p:spPr>
        <p:txBody>
          <a:bodyPr/>
          <a:lstStyle/>
          <a:p>
            <a:endParaRPr lang="en-IN"/>
          </a:p>
        </p:txBody>
      </p:sp>
      <p:sp>
        <p:nvSpPr>
          <p:cNvPr id="6" name="Text 3"/>
          <p:cNvSpPr/>
          <p:nvPr/>
        </p:nvSpPr>
        <p:spPr>
          <a:xfrm>
            <a:off x="6514624" y="2571155"/>
            <a:ext cx="33131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RMSE</a:t>
            </a:r>
            <a:endParaRPr lang="en-US" sz="1750" dirty="0"/>
          </a:p>
        </p:txBody>
      </p:sp>
      <p:sp>
        <p:nvSpPr>
          <p:cNvPr id="7" name="Text 4"/>
          <p:cNvSpPr/>
          <p:nvPr/>
        </p:nvSpPr>
        <p:spPr>
          <a:xfrm>
            <a:off x="10289024" y="2571155"/>
            <a:ext cx="33131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0.92</a:t>
            </a:r>
            <a:endParaRPr lang="en-US" sz="1750" dirty="0"/>
          </a:p>
        </p:txBody>
      </p:sp>
      <p:sp>
        <p:nvSpPr>
          <p:cNvPr id="8" name="Shape 5"/>
          <p:cNvSpPr/>
          <p:nvPr/>
        </p:nvSpPr>
        <p:spPr>
          <a:xfrm>
            <a:off x="6287810" y="3077766"/>
            <a:ext cx="7541181" cy="650319"/>
          </a:xfrm>
          <a:prstGeom prst="rect">
            <a:avLst/>
          </a:prstGeom>
          <a:solidFill>
            <a:srgbClr val="000000">
              <a:alpha val="4000"/>
            </a:srgbClr>
          </a:solidFill>
          <a:ln/>
        </p:spPr>
        <p:txBody>
          <a:bodyPr/>
          <a:lstStyle/>
          <a:p>
            <a:endParaRPr lang="en-IN"/>
          </a:p>
        </p:txBody>
      </p:sp>
      <p:sp>
        <p:nvSpPr>
          <p:cNvPr id="9" name="Text 6"/>
          <p:cNvSpPr/>
          <p:nvPr/>
        </p:nvSpPr>
        <p:spPr>
          <a:xfrm>
            <a:off x="6514624" y="3221474"/>
            <a:ext cx="33131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MAE</a:t>
            </a:r>
            <a:endParaRPr lang="en-US" sz="1750" dirty="0"/>
          </a:p>
        </p:txBody>
      </p:sp>
      <p:sp>
        <p:nvSpPr>
          <p:cNvPr id="10" name="Text 7"/>
          <p:cNvSpPr/>
          <p:nvPr/>
        </p:nvSpPr>
        <p:spPr>
          <a:xfrm>
            <a:off x="10289024" y="3221474"/>
            <a:ext cx="33131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0.72</a:t>
            </a:r>
            <a:endParaRPr lang="en-US" sz="1750" dirty="0"/>
          </a:p>
        </p:txBody>
      </p:sp>
      <p:sp>
        <p:nvSpPr>
          <p:cNvPr id="11" name="Text 8"/>
          <p:cNvSpPr/>
          <p:nvPr/>
        </p:nvSpPr>
        <p:spPr>
          <a:xfrm>
            <a:off x="6280190" y="3990856"/>
            <a:ext cx="7556421" cy="290322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Our SVD model achieved a Root Mean Squared Error (RMSE) of approximately 0.92 and a Mean Absolute Error (MAE) of about 0.72. These metrics indicate that, on average, our predictions deviate by less than one star from the actual user ratings, which is a strong performance for a recommendation system. For example, for User ID 196, the top 5 recommended movies included "Star Wars (1977)", "Fargo (1996)", "Return of the Jedi (1983)", "Princess Bride, The (1987)", and "Godfather, The (1972)".</a:t>
            </a:r>
            <a:endParaRPr lang="en-US" sz="1750" dirty="0"/>
          </a:p>
        </p:txBody>
      </p: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D05A0034-DD93-8635-7188-B13DF94354E7}"/>
                  </a:ext>
                </a:extLst>
              </p14:cNvPr>
              <p14:cNvContentPartPr/>
              <p14:nvPr/>
            </p14:nvContentPartPr>
            <p14:xfrm>
              <a:off x="12745117" y="7757458"/>
              <a:ext cx="1724760" cy="293760"/>
            </p14:xfrm>
          </p:contentPart>
        </mc:Choice>
        <mc:Fallback xmlns="">
          <p:pic>
            <p:nvPicPr>
              <p:cNvPr id="13" name="Ink 12">
                <a:extLst>
                  <a:ext uri="{FF2B5EF4-FFF2-40B4-BE49-F238E27FC236}">
                    <a16:creationId xmlns:a16="http://schemas.microsoft.com/office/drawing/2014/main" id="{D05A0034-DD93-8635-7188-B13DF94354E7}"/>
                  </a:ext>
                </a:extLst>
              </p:cNvPr>
              <p:cNvPicPr/>
              <p:nvPr/>
            </p:nvPicPr>
            <p:blipFill>
              <a:blip r:embed="rId5"/>
              <a:stretch>
                <a:fillRect/>
              </a:stretch>
            </p:blipFill>
            <p:spPr>
              <a:xfrm>
                <a:off x="12682117" y="7694458"/>
                <a:ext cx="1850400" cy="4194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92361"/>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Challenges</a:t>
            </a:r>
            <a:endParaRPr lang="en-US" sz="4650" dirty="0"/>
          </a:p>
        </p:txBody>
      </p:sp>
      <p:sp>
        <p:nvSpPr>
          <p:cNvPr id="3" name="Shape 1"/>
          <p:cNvSpPr/>
          <p:nvPr/>
        </p:nvSpPr>
        <p:spPr>
          <a:xfrm>
            <a:off x="793790" y="1990249"/>
            <a:ext cx="6408063" cy="2428637"/>
          </a:xfrm>
          <a:prstGeom prst="roundRect">
            <a:avLst>
              <a:gd name="adj" fmla="val 3923"/>
            </a:avLst>
          </a:prstGeom>
          <a:solidFill>
            <a:srgbClr val="CCEEFF"/>
          </a:solidFill>
          <a:ln w="7620">
            <a:solidFill>
              <a:srgbClr val="B2D4E5"/>
            </a:solidFill>
            <a:prstDash val="solid"/>
          </a:ln>
        </p:spPr>
        <p:txBody>
          <a:bodyPr/>
          <a:lstStyle/>
          <a:p>
            <a:endParaRPr lang="en-IN"/>
          </a:p>
        </p:txBody>
      </p:sp>
      <p:sp>
        <p:nvSpPr>
          <p:cNvPr id="4" name="Text 2"/>
          <p:cNvSpPr/>
          <p:nvPr/>
        </p:nvSpPr>
        <p:spPr>
          <a:xfrm>
            <a:off x="1028224" y="222468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Cold Start Problem</a:t>
            </a:r>
            <a:endParaRPr lang="en-US" sz="2300" dirty="0"/>
          </a:p>
        </p:txBody>
      </p:sp>
      <p:sp>
        <p:nvSpPr>
          <p:cNvPr id="5" name="Text 3"/>
          <p:cNvSpPr/>
          <p:nvPr/>
        </p:nvSpPr>
        <p:spPr>
          <a:xfrm>
            <a:off x="1028224" y="2732842"/>
            <a:ext cx="593919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New users or new movies lack sufficient rating data, making it difficult for the SVD model to generate accurate recommendations. This is a common hurdle for collaborative filtering systems.</a:t>
            </a:r>
            <a:endParaRPr lang="en-US" sz="1750" dirty="0"/>
          </a:p>
        </p:txBody>
      </p:sp>
      <p:sp>
        <p:nvSpPr>
          <p:cNvPr id="6" name="Shape 4"/>
          <p:cNvSpPr/>
          <p:nvPr/>
        </p:nvSpPr>
        <p:spPr>
          <a:xfrm>
            <a:off x="7428667" y="1990249"/>
            <a:ext cx="6408063" cy="2428637"/>
          </a:xfrm>
          <a:prstGeom prst="roundRect">
            <a:avLst>
              <a:gd name="adj" fmla="val 3923"/>
            </a:avLst>
          </a:prstGeom>
          <a:solidFill>
            <a:srgbClr val="CCEEFF"/>
          </a:solidFill>
          <a:ln w="7620">
            <a:solidFill>
              <a:srgbClr val="B2D4E5"/>
            </a:solidFill>
            <a:prstDash val="solid"/>
          </a:ln>
        </p:spPr>
        <p:txBody>
          <a:bodyPr/>
          <a:lstStyle/>
          <a:p>
            <a:endParaRPr lang="en-IN"/>
          </a:p>
        </p:txBody>
      </p:sp>
      <p:sp>
        <p:nvSpPr>
          <p:cNvPr id="7" name="Text 5"/>
          <p:cNvSpPr/>
          <p:nvPr/>
        </p:nvSpPr>
        <p:spPr>
          <a:xfrm>
            <a:off x="7663101" y="222468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Data Sparsity</a:t>
            </a:r>
            <a:endParaRPr lang="en-US" sz="2300" dirty="0"/>
          </a:p>
        </p:txBody>
      </p:sp>
      <p:sp>
        <p:nvSpPr>
          <p:cNvPr id="8" name="Text 6"/>
          <p:cNvSpPr/>
          <p:nvPr/>
        </p:nvSpPr>
        <p:spPr>
          <a:xfrm>
            <a:off x="7663101" y="2732842"/>
            <a:ext cx="593919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Even with existing users and movies, the vast majority of possible ratings are missing. This sparsity can limit the model's ability to discover robust latent factors and make precise predictions.</a:t>
            </a:r>
            <a:endParaRPr lang="en-US" sz="1750" dirty="0"/>
          </a:p>
        </p:txBody>
      </p:sp>
      <p:sp>
        <p:nvSpPr>
          <p:cNvPr id="9" name="Shape 7"/>
          <p:cNvSpPr/>
          <p:nvPr/>
        </p:nvSpPr>
        <p:spPr>
          <a:xfrm>
            <a:off x="793790" y="4645700"/>
            <a:ext cx="6408063" cy="2791539"/>
          </a:xfrm>
          <a:prstGeom prst="roundRect">
            <a:avLst>
              <a:gd name="adj" fmla="val 3413"/>
            </a:avLst>
          </a:prstGeom>
          <a:solidFill>
            <a:srgbClr val="CCEEFF"/>
          </a:solidFill>
          <a:ln w="7620">
            <a:solidFill>
              <a:srgbClr val="B2D4E5"/>
            </a:solidFill>
            <a:prstDash val="solid"/>
          </a:ln>
        </p:spPr>
        <p:txBody>
          <a:bodyPr/>
          <a:lstStyle/>
          <a:p>
            <a:endParaRPr lang="en-IN"/>
          </a:p>
        </p:txBody>
      </p:sp>
      <p:sp>
        <p:nvSpPr>
          <p:cNvPr id="10" name="Text 8"/>
          <p:cNvSpPr/>
          <p:nvPr/>
        </p:nvSpPr>
        <p:spPr>
          <a:xfrm>
            <a:off x="1028224" y="488013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Scalability</a:t>
            </a:r>
            <a:endParaRPr lang="en-US" sz="2300" dirty="0"/>
          </a:p>
        </p:txBody>
      </p:sp>
      <p:sp>
        <p:nvSpPr>
          <p:cNvPr id="11" name="Text 9"/>
          <p:cNvSpPr/>
          <p:nvPr/>
        </p:nvSpPr>
        <p:spPr>
          <a:xfrm>
            <a:off x="1028224" y="5388293"/>
            <a:ext cx="5939195"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As datasets grow exponentially larger (millions of users and movies), the computational demands for SVD decomposition can become prohibitive. Efficient algorithms and distributed computing are often required.</a:t>
            </a:r>
            <a:endParaRPr lang="en-US" sz="1750" dirty="0"/>
          </a:p>
        </p:txBody>
      </p:sp>
      <p:sp>
        <p:nvSpPr>
          <p:cNvPr id="12" name="Shape 10"/>
          <p:cNvSpPr/>
          <p:nvPr/>
        </p:nvSpPr>
        <p:spPr>
          <a:xfrm>
            <a:off x="7428667" y="4645700"/>
            <a:ext cx="6408063" cy="2791539"/>
          </a:xfrm>
          <a:prstGeom prst="roundRect">
            <a:avLst>
              <a:gd name="adj" fmla="val 3413"/>
            </a:avLst>
          </a:prstGeom>
          <a:solidFill>
            <a:srgbClr val="CCEEFF"/>
          </a:solidFill>
          <a:ln w="7620">
            <a:solidFill>
              <a:srgbClr val="B2D4E5"/>
            </a:solidFill>
            <a:prstDash val="solid"/>
          </a:ln>
        </p:spPr>
        <p:txBody>
          <a:bodyPr/>
          <a:lstStyle/>
          <a:p>
            <a:endParaRPr lang="en-IN"/>
          </a:p>
        </p:txBody>
      </p:sp>
      <p:sp>
        <p:nvSpPr>
          <p:cNvPr id="13" name="Text 11"/>
          <p:cNvSpPr/>
          <p:nvPr/>
        </p:nvSpPr>
        <p:spPr>
          <a:xfrm>
            <a:off x="7663101" y="4880134"/>
            <a:ext cx="3056692"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Model Interpretability</a:t>
            </a:r>
            <a:endParaRPr lang="en-US" sz="2300" dirty="0"/>
          </a:p>
        </p:txBody>
      </p:sp>
      <p:sp>
        <p:nvSpPr>
          <p:cNvPr id="14" name="Text 12"/>
          <p:cNvSpPr/>
          <p:nvPr/>
        </p:nvSpPr>
        <p:spPr>
          <a:xfrm>
            <a:off x="7663101" y="5388293"/>
            <a:ext cx="593919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SVD's latent factors are abstract, making it challenging to directly interpret why a specific recommendation was made. Understanding the underlying reasons can be crucial for debugging and gaining user trust.</a:t>
            </a:r>
            <a:endParaRPr lang="en-US" sz="1750" dirty="0"/>
          </a:p>
        </p:txBody>
      </p: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5C784AFE-445B-6940-B004-6ABB66D3E74C}"/>
                  </a:ext>
                </a:extLst>
              </p14:cNvPr>
              <p14:cNvContentPartPr/>
              <p14:nvPr/>
            </p14:nvContentPartPr>
            <p14:xfrm>
              <a:off x="12905317" y="7711738"/>
              <a:ext cx="1586880" cy="401040"/>
            </p14:xfrm>
          </p:contentPart>
        </mc:Choice>
        <mc:Fallback xmlns="">
          <p:pic>
            <p:nvPicPr>
              <p:cNvPr id="15" name="Ink 14">
                <a:extLst>
                  <a:ext uri="{FF2B5EF4-FFF2-40B4-BE49-F238E27FC236}">
                    <a16:creationId xmlns:a16="http://schemas.microsoft.com/office/drawing/2014/main" id="{5C784AFE-445B-6940-B004-6ABB66D3E74C}"/>
                  </a:ext>
                </a:extLst>
              </p:cNvPr>
              <p:cNvPicPr/>
              <p:nvPr/>
            </p:nvPicPr>
            <p:blipFill>
              <a:blip r:embed="rId4"/>
              <a:stretch>
                <a:fillRect/>
              </a:stretch>
            </p:blipFill>
            <p:spPr>
              <a:xfrm>
                <a:off x="12842677" y="7648738"/>
                <a:ext cx="1712520" cy="52668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39127" y="502087"/>
            <a:ext cx="4793694" cy="599123"/>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Petrona Bold" pitchFamily="34" charset="0"/>
                <a:ea typeface="Petrona Bold" pitchFamily="34" charset="-122"/>
                <a:cs typeface="Petrona Bold" pitchFamily="34" charset="-120"/>
              </a:rPr>
              <a:t>Conclusion</a:t>
            </a:r>
            <a:endParaRPr lang="en-US" sz="3750" dirty="0"/>
          </a:p>
        </p:txBody>
      </p:sp>
      <p:sp>
        <p:nvSpPr>
          <p:cNvPr id="3" name="Text 1"/>
          <p:cNvSpPr/>
          <p:nvPr/>
        </p:nvSpPr>
        <p:spPr>
          <a:xfrm>
            <a:off x="639127" y="1466374"/>
            <a:ext cx="13352145" cy="584359"/>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Inter" pitchFamily="34" charset="0"/>
                <a:ea typeface="Inter" pitchFamily="34" charset="-122"/>
                <a:cs typeface="Inter" pitchFamily="34" charset="-120"/>
              </a:rPr>
              <a:t>The implementation of SVD proved effective in building a movie recommendation system that can predict user preferences with reasonable accuracy. The model successfully captures latent factors from sparse rating data, offering personalized suggestions that enhance the user experience.</a:t>
            </a:r>
            <a:endParaRPr lang="en-US" sz="1400" dirty="0"/>
          </a:p>
        </p:txBody>
      </p:sp>
      <p:sp>
        <p:nvSpPr>
          <p:cNvPr id="4" name="Text 2"/>
          <p:cNvSpPr/>
          <p:nvPr/>
        </p:nvSpPr>
        <p:spPr>
          <a:xfrm>
            <a:off x="639127" y="2347317"/>
            <a:ext cx="4268153" cy="602575"/>
          </a:xfrm>
          <a:prstGeom prst="rect">
            <a:avLst/>
          </a:prstGeom>
          <a:noFill/>
          <a:ln/>
        </p:spPr>
        <p:txBody>
          <a:bodyPr wrap="none" lIns="0" tIns="0" rIns="0" bIns="0" rtlCol="0" anchor="t"/>
          <a:lstStyle/>
          <a:p>
            <a:pPr marL="0" indent="0" algn="ctr">
              <a:lnSpc>
                <a:spcPts val="4700"/>
              </a:lnSpc>
              <a:buNone/>
            </a:pPr>
            <a:r>
              <a:rPr lang="en-US" sz="4700" b="1" dirty="0">
                <a:solidFill>
                  <a:srgbClr val="272525"/>
                </a:solidFill>
                <a:latin typeface="Petrona Bold" pitchFamily="34" charset="0"/>
                <a:ea typeface="Petrona Bold" pitchFamily="34" charset="-122"/>
                <a:cs typeface="Petrona Bold" pitchFamily="34" charset="-120"/>
              </a:rPr>
              <a:t>1</a:t>
            </a:r>
            <a:endParaRPr lang="en-US" sz="4700" dirty="0"/>
          </a:p>
        </p:txBody>
      </p:sp>
      <p:sp>
        <p:nvSpPr>
          <p:cNvPr id="5" name="Text 3"/>
          <p:cNvSpPr/>
          <p:nvPr/>
        </p:nvSpPr>
        <p:spPr>
          <a:xfrm>
            <a:off x="1574721" y="3178016"/>
            <a:ext cx="2396847" cy="299561"/>
          </a:xfrm>
          <a:prstGeom prst="rect">
            <a:avLst/>
          </a:prstGeom>
          <a:noFill/>
          <a:ln/>
        </p:spPr>
        <p:txBody>
          <a:bodyPr wrap="none" lIns="0" tIns="0" rIns="0" bIns="0" rtlCol="0" anchor="t"/>
          <a:lstStyle/>
          <a:p>
            <a:pPr marL="0" indent="0" algn="ctr">
              <a:lnSpc>
                <a:spcPts val="2350"/>
              </a:lnSpc>
              <a:buNone/>
            </a:pPr>
            <a:r>
              <a:rPr lang="en-US" sz="1850" b="1" dirty="0">
                <a:solidFill>
                  <a:srgbClr val="272525"/>
                </a:solidFill>
                <a:latin typeface="Petrona Bold" pitchFamily="34" charset="0"/>
                <a:ea typeface="Petrona Bold" pitchFamily="34" charset="-122"/>
                <a:cs typeface="Petrona Bold" pitchFamily="34" charset="-120"/>
              </a:rPr>
              <a:t>Hybrid Models</a:t>
            </a:r>
            <a:endParaRPr lang="en-US" sz="1850" dirty="0"/>
          </a:p>
        </p:txBody>
      </p:sp>
      <p:sp>
        <p:nvSpPr>
          <p:cNvPr id="6" name="Text 4"/>
          <p:cNvSpPr/>
          <p:nvPr/>
        </p:nvSpPr>
        <p:spPr>
          <a:xfrm>
            <a:off x="639127" y="3587115"/>
            <a:ext cx="4268153" cy="1168718"/>
          </a:xfrm>
          <a:prstGeom prst="rect">
            <a:avLst/>
          </a:prstGeom>
          <a:noFill/>
          <a:ln/>
        </p:spPr>
        <p:txBody>
          <a:bodyPr wrap="square" lIns="0" tIns="0" rIns="0" bIns="0" rtlCol="0" anchor="t"/>
          <a:lstStyle/>
          <a:p>
            <a:pPr marL="0" indent="0" algn="ctr">
              <a:lnSpc>
                <a:spcPts val="2300"/>
              </a:lnSpc>
              <a:buNone/>
            </a:pPr>
            <a:r>
              <a:rPr lang="en-US" sz="1400" dirty="0">
                <a:solidFill>
                  <a:srgbClr val="272525"/>
                </a:solidFill>
                <a:latin typeface="Inter" pitchFamily="34" charset="0"/>
                <a:ea typeface="Inter" pitchFamily="34" charset="-122"/>
                <a:cs typeface="Inter" pitchFamily="34" charset="-120"/>
              </a:rPr>
              <a:t>Combining SVD with content-based filtering (using movie genres, actors, etc.) could improve recommendations, especially for the cold start problem.</a:t>
            </a:r>
            <a:endParaRPr lang="en-US" sz="1400" dirty="0"/>
          </a:p>
        </p:txBody>
      </p:sp>
      <p:sp>
        <p:nvSpPr>
          <p:cNvPr id="7" name="Text 5"/>
          <p:cNvSpPr/>
          <p:nvPr/>
        </p:nvSpPr>
        <p:spPr>
          <a:xfrm>
            <a:off x="5181124" y="2347317"/>
            <a:ext cx="4268153" cy="602575"/>
          </a:xfrm>
          <a:prstGeom prst="rect">
            <a:avLst/>
          </a:prstGeom>
          <a:noFill/>
          <a:ln/>
        </p:spPr>
        <p:txBody>
          <a:bodyPr wrap="none" lIns="0" tIns="0" rIns="0" bIns="0" rtlCol="0" anchor="t"/>
          <a:lstStyle/>
          <a:p>
            <a:pPr marL="0" indent="0" algn="ctr">
              <a:lnSpc>
                <a:spcPts val="4700"/>
              </a:lnSpc>
              <a:buNone/>
            </a:pPr>
            <a:r>
              <a:rPr lang="en-US" sz="4700" b="1" dirty="0">
                <a:solidFill>
                  <a:srgbClr val="272525"/>
                </a:solidFill>
                <a:latin typeface="Petrona Bold" pitchFamily="34" charset="0"/>
                <a:ea typeface="Petrona Bold" pitchFamily="34" charset="-122"/>
                <a:cs typeface="Petrona Bold" pitchFamily="34" charset="-120"/>
              </a:rPr>
              <a:t>2</a:t>
            </a:r>
            <a:endParaRPr lang="en-US" sz="4700" dirty="0"/>
          </a:p>
        </p:txBody>
      </p:sp>
      <p:sp>
        <p:nvSpPr>
          <p:cNvPr id="8" name="Text 6"/>
          <p:cNvSpPr/>
          <p:nvPr/>
        </p:nvSpPr>
        <p:spPr>
          <a:xfrm>
            <a:off x="6110764" y="3178016"/>
            <a:ext cx="2408753" cy="299561"/>
          </a:xfrm>
          <a:prstGeom prst="rect">
            <a:avLst/>
          </a:prstGeom>
          <a:noFill/>
          <a:ln/>
        </p:spPr>
        <p:txBody>
          <a:bodyPr wrap="none" lIns="0" tIns="0" rIns="0" bIns="0" rtlCol="0" anchor="t"/>
          <a:lstStyle/>
          <a:p>
            <a:pPr marL="0" indent="0" algn="ctr">
              <a:lnSpc>
                <a:spcPts val="2350"/>
              </a:lnSpc>
              <a:buNone/>
            </a:pPr>
            <a:r>
              <a:rPr lang="en-US" sz="1850" b="1" dirty="0">
                <a:solidFill>
                  <a:srgbClr val="272525"/>
                </a:solidFill>
                <a:latin typeface="Petrona Bold" pitchFamily="34" charset="0"/>
                <a:ea typeface="Petrona Bold" pitchFamily="34" charset="-122"/>
                <a:cs typeface="Petrona Bold" pitchFamily="34" charset="-120"/>
              </a:rPr>
              <a:t>Metadata Enrichment</a:t>
            </a:r>
            <a:endParaRPr lang="en-US" sz="1850" dirty="0"/>
          </a:p>
        </p:txBody>
      </p:sp>
      <p:sp>
        <p:nvSpPr>
          <p:cNvPr id="9" name="Text 7"/>
          <p:cNvSpPr/>
          <p:nvPr/>
        </p:nvSpPr>
        <p:spPr>
          <a:xfrm>
            <a:off x="5181124" y="3587115"/>
            <a:ext cx="4268153" cy="1168718"/>
          </a:xfrm>
          <a:prstGeom prst="rect">
            <a:avLst/>
          </a:prstGeom>
          <a:noFill/>
          <a:ln/>
        </p:spPr>
        <p:txBody>
          <a:bodyPr wrap="square" lIns="0" tIns="0" rIns="0" bIns="0" rtlCol="0" anchor="t"/>
          <a:lstStyle/>
          <a:p>
            <a:pPr marL="0" indent="0" algn="ctr">
              <a:lnSpc>
                <a:spcPts val="2300"/>
              </a:lnSpc>
              <a:buNone/>
            </a:pPr>
            <a:r>
              <a:rPr lang="en-US" sz="1400" dirty="0">
                <a:solidFill>
                  <a:srgbClr val="272525"/>
                </a:solidFill>
                <a:latin typeface="Inter" pitchFamily="34" charset="0"/>
                <a:ea typeface="Inter" pitchFamily="34" charset="-122"/>
                <a:cs typeface="Inter" pitchFamily="34" charset="-120"/>
              </a:rPr>
              <a:t>Incorporating additional features like user reviews, movie descriptions, and sentiment analysis could provide richer data for the model to learn from.</a:t>
            </a:r>
            <a:endParaRPr lang="en-US" sz="1400" dirty="0"/>
          </a:p>
        </p:txBody>
      </p:sp>
      <p:sp>
        <p:nvSpPr>
          <p:cNvPr id="10" name="Text 8"/>
          <p:cNvSpPr/>
          <p:nvPr/>
        </p:nvSpPr>
        <p:spPr>
          <a:xfrm>
            <a:off x="9723120" y="2347317"/>
            <a:ext cx="4268153" cy="602575"/>
          </a:xfrm>
          <a:prstGeom prst="rect">
            <a:avLst/>
          </a:prstGeom>
          <a:noFill/>
          <a:ln/>
        </p:spPr>
        <p:txBody>
          <a:bodyPr wrap="none" lIns="0" tIns="0" rIns="0" bIns="0" rtlCol="0" anchor="t"/>
          <a:lstStyle/>
          <a:p>
            <a:pPr marL="0" indent="0" algn="ctr">
              <a:lnSpc>
                <a:spcPts val="4700"/>
              </a:lnSpc>
              <a:buNone/>
            </a:pPr>
            <a:r>
              <a:rPr lang="en-US" sz="4700" b="1" dirty="0">
                <a:solidFill>
                  <a:srgbClr val="272525"/>
                </a:solidFill>
                <a:latin typeface="Petrona Bold" pitchFamily="34" charset="0"/>
                <a:ea typeface="Petrona Bold" pitchFamily="34" charset="-122"/>
                <a:cs typeface="Petrona Bold" pitchFamily="34" charset="-120"/>
              </a:rPr>
              <a:t>3</a:t>
            </a:r>
            <a:endParaRPr lang="en-US" sz="4700" dirty="0"/>
          </a:p>
        </p:txBody>
      </p:sp>
      <p:sp>
        <p:nvSpPr>
          <p:cNvPr id="11" name="Text 9"/>
          <p:cNvSpPr/>
          <p:nvPr/>
        </p:nvSpPr>
        <p:spPr>
          <a:xfrm>
            <a:off x="10658713" y="3178016"/>
            <a:ext cx="2396847" cy="299561"/>
          </a:xfrm>
          <a:prstGeom prst="rect">
            <a:avLst/>
          </a:prstGeom>
          <a:noFill/>
          <a:ln/>
        </p:spPr>
        <p:txBody>
          <a:bodyPr wrap="none" lIns="0" tIns="0" rIns="0" bIns="0" rtlCol="0" anchor="t"/>
          <a:lstStyle/>
          <a:p>
            <a:pPr marL="0" indent="0" algn="ctr">
              <a:lnSpc>
                <a:spcPts val="2350"/>
              </a:lnSpc>
              <a:buNone/>
            </a:pPr>
            <a:r>
              <a:rPr lang="en-US" sz="1850" b="1" dirty="0">
                <a:solidFill>
                  <a:srgbClr val="272525"/>
                </a:solidFill>
                <a:latin typeface="Petrona Bold" pitchFamily="34" charset="0"/>
                <a:ea typeface="Petrona Bold" pitchFamily="34" charset="-122"/>
                <a:cs typeface="Petrona Bold" pitchFamily="34" charset="-120"/>
              </a:rPr>
              <a:t>System Deployment</a:t>
            </a:r>
            <a:endParaRPr lang="en-US" sz="1850" dirty="0"/>
          </a:p>
        </p:txBody>
      </p:sp>
      <p:sp>
        <p:nvSpPr>
          <p:cNvPr id="12" name="Text 10"/>
          <p:cNvSpPr/>
          <p:nvPr/>
        </p:nvSpPr>
        <p:spPr>
          <a:xfrm>
            <a:off x="9723120" y="3587115"/>
            <a:ext cx="4268153" cy="1460897"/>
          </a:xfrm>
          <a:prstGeom prst="rect">
            <a:avLst/>
          </a:prstGeom>
          <a:noFill/>
          <a:ln/>
        </p:spPr>
        <p:txBody>
          <a:bodyPr wrap="square" lIns="0" tIns="0" rIns="0" bIns="0" rtlCol="0" anchor="t"/>
          <a:lstStyle/>
          <a:p>
            <a:pPr marL="0" indent="0" algn="ctr">
              <a:lnSpc>
                <a:spcPts val="2300"/>
              </a:lnSpc>
              <a:buNone/>
            </a:pPr>
            <a:r>
              <a:rPr lang="en-US" sz="1400" dirty="0">
                <a:solidFill>
                  <a:srgbClr val="272525"/>
                </a:solidFill>
                <a:latin typeface="Inter" pitchFamily="34" charset="0"/>
                <a:ea typeface="Inter" pitchFamily="34" charset="-122"/>
                <a:cs typeface="Inter" pitchFamily="34" charset="-120"/>
              </a:rPr>
              <a:t>Future work includes integrating the recommendation engine into a web application for real-time recommendations and conducting A/B tests to compare different algorithms in a live environment.</a:t>
            </a:r>
            <a:endParaRPr lang="en-US" sz="1400" dirty="0"/>
          </a:p>
        </p:txBody>
      </p:sp>
      <p:sp>
        <p:nvSpPr>
          <p:cNvPr id="13" name="Text 11"/>
          <p:cNvSpPr/>
          <p:nvPr/>
        </p:nvSpPr>
        <p:spPr>
          <a:xfrm>
            <a:off x="639127" y="5321856"/>
            <a:ext cx="3834884" cy="479346"/>
          </a:xfrm>
          <a:prstGeom prst="rect">
            <a:avLst/>
          </a:prstGeom>
          <a:noFill/>
          <a:ln/>
        </p:spPr>
        <p:txBody>
          <a:bodyPr wrap="none" lIns="0" tIns="0" rIns="0" bIns="0" rtlCol="0" anchor="t"/>
          <a:lstStyle/>
          <a:p>
            <a:pPr marL="0" indent="0" algn="l">
              <a:lnSpc>
                <a:spcPts val="3750"/>
              </a:lnSpc>
              <a:buNone/>
            </a:pPr>
            <a:r>
              <a:rPr lang="en-US" sz="3000" b="1" dirty="0">
                <a:solidFill>
                  <a:srgbClr val="000000"/>
                </a:solidFill>
                <a:latin typeface="Petrona Bold" pitchFamily="34" charset="0"/>
                <a:ea typeface="Petrona Bold" pitchFamily="34" charset="-122"/>
                <a:cs typeface="Petrona Bold" pitchFamily="34" charset="-120"/>
              </a:rPr>
              <a:t>References</a:t>
            </a:r>
            <a:endParaRPr lang="en-US" sz="3000" dirty="0"/>
          </a:p>
        </p:txBody>
      </p:sp>
      <p:sp>
        <p:nvSpPr>
          <p:cNvPr id="14" name="Text 12"/>
          <p:cNvSpPr/>
          <p:nvPr/>
        </p:nvSpPr>
        <p:spPr>
          <a:xfrm>
            <a:off x="639127" y="6075045"/>
            <a:ext cx="13352145" cy="584359"/>
          </a:xfrm>
          <a:prstGeom prst="rect">
            <a:avLst/>
          </a:prstGeom>
          <a:noFill/>
          <a:ln/>
        </p:spPr>
        <p:txBody>
          <a:bodyPr wrap="square" lIns="0" tIns="0" rIns="0" bIns="0" rtlCol="0" anchor="t"/>
          <a:lstStyle/>
          <a:p>
            <a:pPr marL="342900" indent="-342900" algn="l">
              <a:lnSpc>
                <a:spcPts val="2300"/>
              </a:lnSpc>
              <a:buSzPct val="100000"/>
              <a:buChar char="•"/>
            </a:pPr>
            <a:r>
              <a:rPr lang="en-US" sz="1400" dirty="0">
                <a:solidFill>
                  <a:srgbClr val="272525"/>
                </a:solidFill>
                <a:latin typeface="Inter" pitchFamily="34" charset="0"/>
                <a:ea typeface="Inter" pitchFamily="34" charset="-122"/>
                <a:cs typeface="Inter" pitchFamily="34" charset="-120"/>
              </a:rPr>
              <a:t>Sarwar, B., Karypis, G., Konstan, J., &amp; Riedl, J. (2000). </a:t>
            </a:r>
            <a:r>
              <a:rPr lang="en-US" sz="1400" i="1" dirty="0">
                <a:solidFill>
                  <a:srgbClr val="272525"/>
                </a:solidFill>
                <a:latin typeface="Inter" pitchFamily="34" charset="0"/>
                <a:ea typeface="Inter" pitchFamily="34" charset="-122"/>
                <a:cs typeface="Inter" pitchFamily="34" charset="-120"/>
              </a:rPr>
              <a:t>Application of Dimensionality Reduction in Recommender Systems - A Case Study</a:t>
            </a:r>
            <a:r>
              <a:rPr lang="en-US" sz="1400" dirty="0">
                <a:solidFill>
                  <a:srgbClr val="272525"/>
                </a:solidFill>
                <a:latin typeface="Inter" pitchFamily="34" charset="0"/>
                <a:ea typeface="Inter" pitchFamily="34" charset="-122"/>
                <a:cs typeface="Inter" pitchFamily="34" charset="-120"/>
              </a:rPr>
              <a:t>. In ACM WebKDD Workshop.</a:t>
            </a:r>
            <a:endParaRPr lang="en-US" sz="1400" dirty="0"/>
          </a:p>
        </p:txBody>
      </p:sp>
      <p:sp>
        <p:nvSpPr>
          <p:cNvPr id="15" name="Text 13"/>
          <p:cNvSpPr/>
          <p:nvPr/>
        </p:nvSpPr>
        <p:spPr>
          <a:xfrm>
            <a:off x="639127" y="6723221"/>
            <a:ext cx="13352145" cy="292179"/>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72525"/>
                </a:solidFill>
                <a:latin typeface="Inter" pitchFamily="34" charset="0"/>
                <a:ea typeface="Inter" pitchFamily="34" charset="-122"/>
                <a:cs typeface="Inter" pitchFamily="34" charset="-120"/>
              </a:rPr>
              <a:t>Koren, Y., Bell, R., &amp; Volinsky, C. (2009). </a:t>
            </a:r>
            <a:r>
              <a:rPr lang="en-US" sz="1400" i="1" dirty="0">
                <a:solidFill>
                  <a:srgbClr val="272525"/>
                </a:solidFill>
                <a:latin typeface="Inter" pitchFamily="34" charset="0"/>
                <a:ea typeface="Inter" pitchFamily="34" charset="-122"/>
                <a:cs typeface="Inter" pitchFamily="34" charset="-120"/>
              </a:rPr>
              <a:t>Matrix Factorization Techniques for Recommender Systems</a:t>
            </a:r>
            <a:r>
              <a:rPr lang="en-US" sz="1400" dirty="0">
                <a:solidFill>
                  <a:srgbClr val="272525"/>
                </a:solidFill>
                <a:latin typeface="Inter" pitchFamily="34" charset="0"/>
                <a:ea typeface="Inter" pitchFamily="34" charset="-122"/>
                <a:cs typeface="Inter" pitchFamily="34" charset="-120"/>
              </a:rPr>
              <a:t>. Computer, 42(8), 30-37.</a:t>
            </a:r>
            <a:endParaRPr lang="en-US" sz="1400" dirty="0"/>
          </a:p>
        </p:txBody>
      </p:sp>
      <p:sp>
        <p:nvSpPr>
          <p:cNvPr id="16" name="Text 14"/>
          <p:cNvSpPr/>
          <p:nvPr/>
        </p:nvSpPr>
        <p:spPr>
          <a:xfrm>
            <a:off x="639127" y="7079218"/>
            <a:ext cx="13352145" cy="292179"/>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72525"/>
                </a:solidFill>
                <a:latin typeface="Inter" pitchFamily="34" charset="0"/>
                <a:ea typeface="Inter" pitchFamily="34" charset="-122"/>
                <a:cs typeface="Inter" pitchFamily="34" charset="-120"/>
              </a:rPr>
              <a:t>MovieLens 100K Dataset: </a:t>
            </a:r>
            <a:r>
              <a:rPr lang="en-US" sz="1400" u="sng" dirty="0">
                <a:solidFill>
                  <a:srgbClr val="007EBD"/>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https://grouplens.org/datasets/movielens/100k/</a:t>
            </a:r>
            <a:endParaRPr lang="en-US" sz="1400" dirty="0"/>
          </a:p>
        </p:txBody>
      </p:sp>
      <p:sp>
        <p:nvSpPr>
          <p:cNvPr id="17" name="Text 15"/>
          <p:cNvSpPr/>
          <p:nvPr/>
        </p:nvSpPr>
        <p:spPr>
          <a:xfrm>
            <a:off x="639127" y="7435215"/>
            <a:ext cx="13352145" cy="292179"/>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72525"/>
                </a:solidFill>
                <a:latin typeface="Inter" pitchFamily="34" charset="0"/>
                <a:ea typeface="Inter" pitchFamily="34" charset="-122"/>
                <a:cs typeface="Inter" pitchFamily="34" charset="-120"/>
              </a:rPr>
              <a:t>Surprise Library Documentation: http://surpriselib.com/</a:t>
            </a:r>
            <a:endParaRPr lang="en-US" sz="1400" dirty="0"/>
          </a:p>
        </p:txBody>
      </p:sp>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3B7F82C0-46C1-CDA6-43CC-2CF00DCA3378}"/>
                  </a:ext>
                </a:extLst>
              </p14:cNvPr>
              <p14:cNvContentPartPr/>
              <p14:nvPr/>
            </p14:nvContentPartPr>
            <p14:xfrm>
              <a:off x="13362524" y="7811146"/>
              <a:ext cx="691186" cy="174144"/>
            </p14:xfrm>
          </p:contentPart>
        </mc:Choice>
        <mc:Fallback xmlns="">
          <p:pic>
            <p:nvPicPr>
              <p:cNvPr id="19" name="Ink 18">
                <a:extLst>
                  <a:ext uri="{FF2B5EF4-FFF2-40B4-BE49-F238E27FC236}">
                    <a16:creationId xmlns:a16="http://schemas.microsoft.com/office/drawing/2014/main" id="{3B7F82C0-46C1-CDA6-43CC-2CF00DCA3378}"/>
                  </a:ext>
                </a:extLst>
              </p:cNvPr>
              <p:cNvPicPr/>
              <p:nvPr/>
            </p:nvPicPr>
            <p:blipFill>
              <a:blip r:embed="rId5"/>
              <a:stretch>
                <a:fillRect/>
              </a:stretch>
            </p:blipFill>
            <p:spPr>
              <a:xfrm>
                <a:off x="13299525" y="7748181"/>
                <a:ext cx="816823" cy="29971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id="{4429B386-9502-D4B3-89A0-E541E2259FF7}"/>
                  </a:ext>
                </a:extLst>
              </p14:cNvPr>
              <p14:cNvContentPartPr/>
              <p14:nvPr/>
            </p14:nvContentPartPr>
            <p14:xfrm rot="8524136">
              <a:off x="13367149" y="7846672"/>
              <a:ext cx="323376" cy="328812"/>
            </p14:xfrm>
          </p:contentPart>
        </mc:Choice>
        <mc:Fallback xmlns="">
          <p:pic>
            <p:nvPicPr>
              <p:cNvPr id="21" name="Ink 20">
                <a:extLst>
                  <a:ext uri="{FF2B5EF4-FFF2-40B4-BE49-F238E27FC236}">
                    <a16:creationId xmlns:a16="http://schemas.microsoft.com/office/drawing/2014/main" id="{4429B386-9502-D4B3-89A0-E541E2259FF7}"/>
                  </a:ext>
                </a:extLst>
              </p:cNvPr>
              <p:cNvPicPr/>
              <p:nvPr/>
            </p:nvPicPr>
            <p:blipFill>
              <a:blip r:embed="rId7"/>
              <a:stretch>
                <a:fillRect/>
              </a:stretch>
            </p:blipFill>
            <p:spPr>
              <a:xfrm rot="8524136">
                <a:off x="13304200" y="7783716"/>
                <a:ext cx="448914" cy="45436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2" name="Ink 21">
                <a:extLst>
                  <a:ext uri="{FF2B5EF4-FFF2-40B4-BE49-F238E27FC236}">
                    <a16:creationId xmlns:a16="http://schemas.microsoft.com/office/drawing/2014/main" id="{F373A1AD-E61E-021F-90A8-2748A6E36FA4}"/>
                  </a:ext>
                </a:extLst>
              </p14:cNvPr>
              <p14:cNvContentPartPr/>
              <p14:nvPr/>
            </p14:nvContentPartPr>
            <p14:xfrm>
              <a:off x="12920437" y="7808938"/>
              <a:ext cx="402120" cy="278280"/>
            </p14:xfrm>
          </p:contentPart>
        </mc:Choice>
        <mc:Fallback xmlns="">
          <p:pic>
            <p:nvPicPr>
              <p:cNvPr id="22" name="Ink 21">
                <a:extLst>
                  <a:ext uri="{FF2B5EF4-FFF2-40B4-BE49-F238E27FC236}">
                    <a16:creationId xmlns:a16="http://schemas.microsoft.com/office/drawing/2014/main" id="{F373A1AD-E61E-021F-90A8-2748A6E36FA4}"/>
                  </a:ext>
                </a:extLst>
              </p:cNvPr>
              <p:cNvPicPr/>
              <p:nvPr/>
            </p:nvPicPr>
            <p:blipFill>
              <a:blip r:embed="rId9"/>
              <a:stretch>
                <a:fillRect/>
              </a:stretch>
            </p:blipFill>
            <p:spPr>
              <a:xfrm>
                <a:off x="12857437" y="7746298"/>
                <a:ext cx="52776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A98DCC47-BB48-F464-FE54-194AAD060AC4}"/>
                  </a:ext>
                </a:extLst>
              </p14:cNvPr>
              <p14:cNvContentPartPr/>
              <p14:nvPr/>
            </p14:nvContentPartPr>
            <p14:xfrm>
              <a:off x="13790917" y="7861138"/>
              <a:ext cx="644040" cy="236520"/>
            </p14:xfrm>
          </p:contentPart>
        </mc:Choice>
        <mc:Fallback xmlns="">
          <p:pic>
            <p:nvPicPr>
              <p:cNvPr id="23" name="Ink 22">
                <a:extLst>
                  <a:ext uri="{FF2B5EF4-FFF2-40B4-BE49-F238E27FC236}">
                    <a16:creationId xmlns:a16="http://schemas.microsoft.com/office/drawing/2014/main" id="{A98DCC47-BB48-F464-FE54-194AAD060AC4}"/>
                  </a:ext>
                </a:extLst>
              </p:cNvPr>
              <p:cNvPicPr/>
              <p:nvPr/>
            </p:nvPicPr>
            <p:blipFill>
              <a:blip r:embed="rId11"/>
              <a:stretch>
                <a:fillRect/>
              </a:stretch>
            </p:blipFill>
            <p:spPr>
              <a:xfrm>
                <a:off x="13727917" y="7798498"/>
                <a:ext cx="769680" cy="36216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1448</Words>
  <Application>Microsoft Office PowerPoint</Application>
  <PresentationFormat>Custom</PresentationFormat>
  <Paragraphs>98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Petrona Bold</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Dathrija Tellakula</cp:lastModifiedBy>
  <cp:revision>4</cp:revision>
  <dcterms:created xsi:type="dcterms:W3CDTF">2025-06-07T06:22:48Z</dcterms:created>
  <dcterms:modified xsi:type="dcterms:W3CDTF">2026-06-22T06:28:42Z</dcterms:modified>
</cp:coreProperties>
</file>